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Noto Sans" panose="020B0502040504020204" pitchFamily="34" charset="0"/>
      <p:regular r:id="rId16"/>
    </p:embeddedFont>
    <p:embeddedFont>
      <p:font typeface="Noto Sans Bold" panose="020B0802040504020204" charset="0"/>
      <p:regular r:id="rId17"/>
    </p:embeddedFont>
    <p:embeddedFont>
      <p:font typeface="Times New Roman Bold" panose="02020803070505020304" pitchFamily="18" charset="0"/>
      <p:regular r:id="rId18"/>
      <p:bold r:id="rId19"/>
    </p:embeddedFont>
    <p:embeddedFont>
      <p:font typeface="Times New Roman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65742"/>
            <a:chOff x="0" y="0"/>
            <a:chExt cx="3840480" cy="354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54323"/>
            </a:xfrm>
            <a:custGeom>
              <a:avLst/>
              <a:gdLst/>
              <a:ahLst/>
              <a:cxnLst/>
              <a:rect l="l" t="t" r="r" b="b"/>
              <a:pathLst>
                <a:path w="3840480" h="354323">
                  <a:moveTo>
                    <a:pt x="0" y="0"/>
                  </a:moveTo>
                  <a:lnTo>
                    <a:pt x="3840480" y="0"/>
                  </a:lnTo>
                  <a:lnTo>
                    <a:pt x="384048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744" b="-1576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84048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3B82F6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932688" y="1399032"/>
            <a:ext cx="4526280" cy="466344"/>
            <a:chOff x="0" y="0"/>
            <a:chExt cx="6035040" cy="62179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035040" cy="621792"/>
            </a:xfrm>
            <a:custGeom>
              <a:avLst/>
              <a:gdLst/>
              <a:ahLst/>
              <a:cxnLst/>
              <a:rect l="l" t="t" r="r" b="b"/>
              <a:pathLst>
                <a:path w="6035040" h="621792">
                  <a:moveTo>
                    <a:pt x="0" y="0"/>
                  </a:moveTo>
                  <a:lnTo>
                    <a:pt x="6035040" y="0"/>
                  </a:lnTo>
                  <a:lnTo>
                    <a:pt x="60350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9119" b="-13911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603504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32688" y="2029968"/>
            <a:ext cx="9188607" cy="2606040"/>
            <a:chOff x="0" y="0"/>
            <a:chExt cx="12251476" cy="34747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251476" cy="3474720"/>
            </a:xfrm>
            <a:custGeom>
              <a:avLst/>
              <a:gdLst/>
              <a:ahLst/>
              <a:cxnLst/>
              <a:rect l="l" t="t" r="r" b="b"/>
              <a:pathLst>
                <a:path w="12251476" h="3474720">
                  <a:moveTo>
                    <a:pt x="0" y="0"/>
                  </a:moveTo>
                  <a:lnTo>
                    <a:pt x="12251476" y="0"/>
                  </a:lnTo>
                  <a:lnTo>
                    <a:pt x="12251476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582" r="7451" b="-1358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12251476" cy="35032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TASK</a:t>
              </a:r>
            </a:p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MANAGEMENT APP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87552" y="4828032"/>
            <a:ext cx="7680960" cy="685800"/>
            <a:chOff x="0" y="0"/>
            <a:chExt cx="10241280" cy="914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241280" cy="914400"/>
            </a:xfrm>
            <a:custGeom>
              <a:avLst/>
              <a:gdLst/>
              <a:ahLst/>
              <a:cxnLst/>
              <a:rect l="l" t="t" r="r" b="b"/>
              <a:pathLst>
                <a:path w="10241280" h="914400">
                  <a:moveTo>
                    <a:pt x="0" y="0"/>
                  </a:moveTo>
                  <a:lnTo>
                    <a:pt x="10241280" y="0"/>
                  </a:lnTo>
                  <a:lnTo>
                    <a:pt x="10241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8232" b="-16823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1024128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Ứng dụng quản lý công việc cá nhân trên Android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78027" y="5819775"/>
            <a:ext cx="6671310" cy="485394"/>
            <a:chOff x="0" y="0"/>
            <a:chExt cx="8895080" cy="6471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895080" cy="647192"/>
            </a:xfrm>
            <a:custGeom>
              <a:avLst/>
              <a:gdLst/>
              <a:ahLst/>
              <a:cxnLst/>
              <a:rect l="l" t="t" r="r" b="b"/>
              <a:pathLst>
                <a:path w="889508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8742807" y="0"/>
                  </a:lnTo>
                  <a:cubicBezTo>
                    <a:pt x="8826881" y="0"/>
                    <a:pt x="8895080" y="68199"/>
                    <a:pt x="8895080" y="152273"/>
                  </a:cubicBezTo>
                  <a:lnTo>
                    <a:pt x="8895080" y="494919"/>
                  </a:lnTo>
                  <a:cubicBezTo>
                    <a:pt x="8895080" y="578993"/>
                    <a:pt x="8826881" y="647192"/>
                    <a:pt x="874280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3B82F6">
                <a:alpha val="4706"/>
              </a:srgbClr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10996" y="5911596"/>
            <a:ext cx="6405372" cy="302836"/>
            <a:chOff x="0" y="0"/>
            <a:chExt cx="8540496" cy="40378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540496" cy="403781"/>
            </a:xfrm>
            <a:custGeom>
              <a:avLst/>
              <a:gdLst/>
              <a:ahLst/>
              <a:cxnLst/>
              <a:rect l="l" t="t" r="r" b="b"/>
              <a:pathLst>
                <a:path w="8540496" h="403781">
                  <a:moveTo>
                    <a:pt x="0" y="0"/>
                  </a:moveTo>
                  <a:lnTo>
                    <a:pt x="8540496" y="0"/>
                  </a:lnTo>
                  <a:lnTo>
                    <a:pt x="8540496" y="403781"/>
                  </a:lnTo>
                  <a:lnTo>
                    <a:pt x="0" y="40378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6842" b="-35742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8540496" cy="4228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29"/>
                </a:lnSpc>
              </a:pPr>
              <a:r>
                <a:rPr lang="en-US" sz="1524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Kotlin • Room Database • MVVM • Project Timeline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87552" y="7379208"/>
            <a:ext cx="4663440" cy="478780"/>
            <a:chOff x="0" y="0"/>
            <a:chExt cx="6217920" cy="63837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217920" cy="638373"/>
            </a:xfrm>
            <a:custGeom>
              <a:avLst/>
              <a:gdLst/>
              <a:ahLst/>
              <a:cxnLst/>
              <a:rect l="l" t="t" r="r" b="b"/>
              <a:pathLst>
                <a:path w="6217920" h="638373">
                  <a:moveTo>
                    <a:pt x="0" y="0"/>
                  </a:moveTo>
                  <a:lnTo>
                    <a:pt x="6217920" y="0"/>
                  </a:lnTo>
                  <a:lnTo>
                    <a:pt x="6217920" y="638373"/>
                  </a:lnTo>
                  <a:lnTo>
                    <a:pt x="0" y="638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1087" b="-13849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6217920" cy="647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Android_Group_13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87552" y="8010144"/>
            <a:ext cx="4663440" cy="411480"/>
            <a:chOff x="0" y="0"/>
            <a:chExt cx="6217920" cy="5486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217920" cy="548640"/>
            </a:xfrm>
            <a:custGeom>
              <a:avLst/>
              <a:gdLst/>
              <a:ahLst/>
              <a:cxnLst/>
              <a:rect l="l" t="t" r="r" b="b"/>
              <a:pathLst>
                <a:path w="6217920" h="54864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0830" b="-17083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621792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A78BFA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Plan • Track • Achieve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303318" y="920306"/>
            <a:ext cx="3659505" cy="7842885"/>
            <a:chOff x="0" y="0"/>
            <a:chExt cx="4879340" cy="104571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879340" cy="10457180"/>
            </a:xfrm>
            <a:custGeom>
              <a:avLst/>
              <a:gdLst/>
              <a:ahLst/>
              <a:cxnLst/>
              <a:rect l="l" t="t" r="r" b="b"/>
              <a:pathLst>
                <a:path w="4879340" h="1045718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4658360" y="0"/>
                  </a:lnTo>
                  <a:cubicBezTo>
                    <a:pt x="4780407" y="0"/>
                    <a:pt x="4879340" y="98933"/>
                    <a:pt x="4879340" y="220980"/>
                  </a:cubicBezTo>
                  <a:lnTo>
                    <a:pt x="4879340" y="10236200"/>
                  </a:lnTo>
                  <a:cubicBezTo>
                    <a:pt x="4879340" y="10358247"/>
                    <a:pt x="4780407" y="10457180"/>
                    <a:pt x="4658360" y="10457180"/>
                  </a:cubicBezTo>
                  <a:lnTo>
                    <a:pt x="220980" y="10457180"/>
                  </a:lnTo>
                  <a:cubicBezTo>
                    <a:pt x="98933" y="10457180"/>
                    <a:pt x="0" y="10358247"/>
                    <a:pt x="0" y="10236200"/>
                  </a:cubicBezTo>
                  <a:close/>
                </a:path>
              </a:pathLst>
            </a:custGeom>
            <a:solidFill>
              <a:srgbClr val="05070D"/>
            </a:solidFill>
            <a:ln w="24765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541987" y="1019175"/>
            <a:ext cx="1182167" cy="128778"/>
            <a:chOff x="0" y="0"/>
            <a:chExt cx="1576222" cy="17170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576197" cy="171704"/>
            </a:xfrm>
            <a:custGeom>
              <a:avLst/>
              <a:gdLst/>
              <a:ahLst/>
              <a:cxnLst/>
              <a:rect l="l" t="t" r="r" b="b"/>
              <a:pathLst>
                <a:path w="1576197" h="171704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511808" y="0"/>
                  </a:lnTo>
                  <a:cubicBezTo>
                    <a:pt x="1547368" y="0"/>
                    <a:pt x="1576197" y="28829"/>
                    <a:pt x="1576197" y="64389"/>
                  </a:cubicBezTo>
                  <a:lnTo>
                    <a:pt x="1576197" y="107315"/>
                  </a:lnTo>
                  <a:cubicBezTo>
                    <a:pt x="1576197" y="142875"/>
                    <a:pt x="1547368" y="171704"/>
                    <a:pt x="1511808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111827"/>
            </a:solidFill>
            <a:ln w="19050" cap="sq">
              <a:solidFill>
                <a:srgbClr val="111827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1480292" y="1392269"/>
            <a:ext cx="3305556" cy="6940106"/>
            <a:chOff x="0" y="0"/>
            <a:chExt cx="4407408" cy="9253474"/>
          </a:xfrm>
        </p:grpSpPr>
        <p:sp>
          <p:nvSpPr>
            <p:cNvPr id="66" name="Freeform 66" descr="/mnt/data/ghostwriter_images/context/8cbaf247-2bff-5360-99cf-0b3a3622ae91.png"/>
            <p:cNvSpPr/>
            <p:nvPr/>
          </p:nvSpPr>
          <p:spPr>
            <a:xfrm>
              <a:off x="0" y="0"/>
              <a:ext cx="4407408" cy="9253474"/>
            </a:xfrm>
            <a:custGeom>
              <a:avLst/>
              <a:gdLst/>
              <a:ahLst/>
              <a:cxnLst/>
              <a:rect l="l" t="t" r="r" b="b"/>
              <a:pathLst>
                <a:path w="4407408" h="9253474">
                  <a:moveTo>
                    <a:pt x="0" y="0"/>
                  </a:moveTo>
                  <a:lnTo>
                    <a:pt x="4407408" y="0"/>
                  </a:lnTo>
                  <a:lnTo>
                    <a:pt x="4407408" y="9253474"/>
                  </a:lnTo>
                  <a:lnTo>
                    <a:pt x="0" y="92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315700" y="8860536"/>
            <a:ext cx="3634740" cy="301752"/>
            <a:chOff x="0" y="0"/>
            <a:chExt cx="4846320" cy="40233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846320" cy="402336"/>
            </a:xfrm>
            <a:custGeom>
              <a:avLst/>
              <a:gdLst/>
              <a:ahLst/>
              <a:cxnLst/>
              <a:rect l="l" t="t" r="r" b="b"/>
              <a:pathLst>
                <a:path w="4846320" h="402336">
                  <a:moveTo>
                    <a:pt x="0" y="0"/>
                  </a:moveTo>
                  <a:lnTo>
                    <a:pt x="4846320" y="0"/>
                  </a:lnTo>
                  <a:lnTo>
                    <a:pt x="48463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4706" b="-18470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4846320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D8E2F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Task dashboard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4460855" y="6464427"/>
            <a:ext cx="2899410" cy="1664970"/>
            <a:chOff x="0" y="0"/>
            <a:chExt cx="3865880" cy="221996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865880" cy="2219960"/>
            </a:xfrm>
            <a:custGeom>
              <a:avLst/>
              <a:gdLst/>
              <a:ahLst/>
              <a:cxnLst/>
              <a:rect l="l" t="t" r="r" b="b"/>
              <a:pathLst>
                <a:path w="3865880" h="2219960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3717925" y="0"/>
                  </a:lnTo>
                  <a:cubicBezTo>
                    <a:pt x="3799713" y="0"/>
                    <a:pt x="3865880" y="66294"/>
                    <a:pt x="3865880" y="147955"/>
                  </a:cubicBezTo>
                  <a:lnTo>
                    <a:pt x="3865880" y="2072005"/>
                  </a:lnTo>
                  <a:cubicBezTo>
                    <a:pt x="3865880" y="2153793"/>
                    <a:pt x="3799586" y="2219960"/>
                    <a:pt x="3717925" y="2219960"/>
                  </a:cubicBezTo>
                  <a:lnTo>
                    <a:pt x="147955" y="2219960"/>
                  </a:lnTo>
                  <a:cubicBezTo>
                    <a:pt x="66294" y="2219960"/>
                    <a:pt x="0" y="2153666"/>
                    <a:pt x="0" y="2072005"/>
                  </a:cubicBezTo>
                  <a:close/>
                </a:path>
              </a:pathLst>
            </a:custGeom>
            <a:solidFill>
              <a:srgbClr val="151E33">
                <a:alpha val="93725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4785848" y="6803136"/>
            <a:ext cx="2249424" cy="987552"/>
            <a:chOff x="0" y="0"/>
            <a:chExt cx="2999232" cy="131673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999232" cy="1316736"/>
            </a:xfrm>
            <a:custGeom>
              <a:avLst/>
              <a:gdLst/>
              <a:ahLst/>
              <a:cxnLst/>
              <a:rect l="l" t="t" r="r" b="b"/>
              <a:pathLst>
                <a:path w="2999232" h="1316736">
                  <a:moveTo>
                    <a:pt x="0" y="0"/>
                  </a:moveTo>
                  <a:lnTo>
                    <a:pt x="2999232" y="0"/>
                  </a:lnTo>
                  <a:lnTo>
                    <a:pt x="2999232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328" r="-632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2999232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Better Tasks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Brighter Tomorrow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7076420" y="9691878"/>
            <a:ext cx="54864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987552" y="8574024"/>
            <a:ext cx="8942832" cy="479996"/>
            <a:chOff x="0" y="0"/>
            <a:chExt cx="11923776" cy="639995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1923776" cy="639995"/>
            </a:xfrm>
            <a:custGeom>
              <a:avLst/>
              <a:gdLst/>
              <a:ahLst/>
              <a:cxnLst/>
              <a:rect l="l" t="t" r="r" b="b"/>
              <a:pathLst>
                <a:path w="11923776" h="639995">
                  <a:moveTo>
                    <a:pt x="0" y="0"/>
                  </a:moveTo>
                  <a:lnTo>
                    <a:pt x="11923776" y="0"/>
                  </a:lnTo>
                  <a:lnTo>
                    <a:pt x="11923776" y="639995"/>
                  </a:lnTo>
                  <a:lnTo>
                    <a:pt x="0" y="6399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7364" r="12576" b="-25737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11923776" cy="659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09"/>
                </a:lnSpc>
              </a:pPr>
              <a:r>
                <a:rPr lang="en-US" sz="242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Giảng viên: Mai Ngọc Châu  •  Lớp: 012012103402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65742"/>
            <a:chOff x="0" y="0"/>
            <a:chExt cx="3840480" cy="354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54323"/>
            </a:xfrm>
            <a:custGeom>
              <a:avLst/>
              <a:gdLst/>
              <a:ahLst/>
              <a:cxnLst/>
              <a:rect l="l" t="t" r="r" b="b"/>
              <a:pathLst>
                <a:path w="3840480" h="354323">
                  <a:moveTo>
                    <a:pt x="0" y="0"/>
                  </a:moveTo>
                  <a:lnTo>
                    <a:pt x="3840480" y="0"/>
                  </a:lnTo>
                  <a:lnTo>
                    <a:pt x="384048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744" b="-1576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84048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3B82F6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850392" y="617220"/>
            <a:ext cx="5897880" cy="329184"/>
            <a:chOff x="0" y="0"/>
            <a:chExt cx="7863840" cy="4389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863840" cy="438912"/>
            </a:xfrm>
            <a:custGeom>
              <a:avLst/>
              <a:gdLst/>
              <a:ahLst/>
              <a:cxnLst/>
              <a:rect l="l" t="t" r="r" b="b"/>
              <a:pathLst>
                <a:path w="7863840" h="438912">
                  <a:moveTo>
                    <a:pt x="0" y="0"/>
                  </a:moveTo>
                  <a:lnTo>
                    <a:pt x="7863840" y="0"/>
                  </a:lnTo>
                  <a:lnTo>
                    <a:pt x="7863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9106" b="-29910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863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0392" y="1069848"/>
            <a:ext cx="16322040" cy="822960"/>
            <a:chOff x="0" y="0"/>
            <a:chExt cx="21762720" cy="10972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62720" cy="1097280"/>
            </a:xfrm>
            <a:custGeom>
              <a:avLst/>
              <a:gdLst/>
              <a:ahLst/>
              <a:cxnLst/>
              <a:rect l="l" t="t" r="r" b="b"/>
              <a:pathLst>
                <a:path w="21762720" h="109728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6453" b="-33645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1762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Bài toán &amp; mục tiêu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0392" y="1947672"/>
            <a:ext cx="16184880" cy="548640"/>
            <a:chOff x="0" y="0"/>
            <a:chExt cx="2157984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157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Một ứng dụng task cá nhân cần đơn giản, hoạt động offline và lưu trữ dữ liệu local ổn định.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50595" y="2802255"/>
            <a:ext cx="5299710" cy="5299710"/>
            <a:chOff x="0" y="0"/>
            <a:chExt cx="7066280" cy="70662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066280" cy="7066280"/>
            </a:xfrm>
            <a:custGeom>
              <a:avLst/>
              <a:gdLst/>
              <a:ahLst/>
              <a:cxnLst/>
              <a:rect l="l" t="t" r="r" b="b"/>
              <a:pathLst>
                <a:path w="7066280" h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6919468"/>
                  </a:lnTo>
                  <a:cubicBezTo>
                    <a:pt x="7066280" y="7000622"/>
                    <a:pt x="7000494" y="7066280"/>
                    <a:pt x="6919468" y="7066280"/>
                  </a:cubicBezTo>
                  <a:lnTo>
                    <a:pt x="146812" y="7066280"/>
                  </a:lnTo>
                  <a:cubicBezTo>
                    <a:pt x="65786" y="7066280"/>
                    <a:pt x="0" y="7000494"/>
                    <a:pt x="0" y="6919468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70051" y="3021711"/>
            <a:ext cx="183642" cy="4860798"/>
            <a:chOff x="0" y="0"/>
            <a:chExt cx="244856" cy="648106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44729" cy="6481064"/>
            </a:xfrm>
            <a:custGeom>
              <a:avLst/>
              <a:gdLst/>
              <a:ahLst/>
              <a:cxnLst/>
              <a:rect l="l" t="t" r="r" b="b"/>
              <a:pathLst>
                <a:path w="244729" h="648106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6379083"/>
                  </a:lnTo>
                  <a:cubicBezTo>
                    <a:pt x="244729" y="6435471"/>
                    <a:pt x="199009" y="6481064"/>
                    <a:pt x="142748" y="6481064"/>
                  </a:cubicBezTo>
                  <a:lnTo>
                    <a:pt x="101981" y="6481064"/>
                  </a:lnTo>
                  <a:cubicBezTo>
                    <a:pt x="45593" y="6481064"/>
                    <a:pt x="0" y="6435344"/>
                    <a:pt x="0" y="6379083"/>
                  </a:cubicBez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08760" y="3113532"/>
            <a:ext cx="4485132" cy="541009"/>
            <a:chOff x="0" y="0"/>
            <a:chExt cx="5980176" cy="72134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980176" cy="721345"/>
            </a:xfrm>
            <a:custGeom>
              <a:avLst/>
              <a:gdLst/>
              <a:ahLst/>
              <a:cxnLst/>
              <a:rect l="l" t="t" r="r" b="b"/>
              <a:pathLst>
                <a:path w="5980176" h="721345">
                  <a:moveTo>
                    <a:pt x="0" y="0"/>
                  </a:moveTo>
                  <a:lnTo>
                    <a:pt x="5980176" y="0"/>
                  </a:lnTo>
                  <a:lnTo>
                    <a:pt x="5980176" y="721345"/>
                  </a:lnTo>
                  <a:lnTo>
                    <a:pt x="0" y="7213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72" b="-10210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5980176" cy="740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Bài toán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508760" y="3647313"/>
            <a:ext cx="4485132" cy="87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dùng cần ghi nhận task, deadline, priority và reminder ở một nơi — vẫn sử dụng được khi không có Internet.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6505575" y="2802255"/>
            <a:ext cx="5299710" cy="5299710"/>
            <a:chOff x="0" y="0"/>
            <a:chExt cx="7066280" cy="706628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066280" cy="7066280"/>
            </a:xfrm>
            <a:custGeom>
              <a:avLst/>
              <a:gdLst/>
              <a:ahLst/>
              <a:cxnLst/>
              <a:rect l="l" t="t" r="r" b="b"/>
              <a:pathLst>
                <a:path w="7066280" h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6919468"/>
                  </a:lnTo>
                  <a:cubicBezTo>
                    <a:pt x="7066280" y="7000622"/>
                    <a:pt x="7000494" y="7066280"/>
                    <a:pt x="6919468" y="7066280"/>
                  </a:cubicBezTo>
                  <a:lnTo>
                    <a:pt x="146812" y="7066280"/>
                  </a:lnTo>
                  <a:cubicBezTo>
                    <a:pt x="65786" y="7066280"/>
                    <a:pt x="0" y="7000494"/>
                    <a:pt x="0" y="6919468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725031" y="3021711"/>
            <a:ext cx="183642" cy="4860798"/>
            <a:chOff x="0" y="0"/>
            <a:chExt cx="244856" cy="648106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44729" cy="6481064"/>
            </a:xfrm>
            <a:custGeom>
              <a:avLst/>
              <a:gdLst/>
              <a:ahLst/>
              <a:cxnLst/>
              <a:rect l="l" t="t" r="r" b="b"/>
              <a:pathLst>
                <a:path w="244729" h="648106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6379083"/>
                  </a:lnTo>
                  <a:cubicBezTo>
                    <a:pt x="244729" y="6435471"/>
                    <a:pt x="199009" y="6481064"/>
                    <a:pt x="142748" y="6481064"/>
                  </a:cubicBezTo>
                  <a:lnTo>
                    <a:pt x="101981" y="6481064"/>
                  </a:lnTo>
                  <a:cubicBezTo>
                    <a:pt x="45593" y="6481064"/>
                    <a:pt x="0" y="6435344"/>
                    <a:pt x="0" y="6379083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063740" y="3113532"/>
            <a:ext cx="4485132" cy="541009"/>
            <a:chOff x="0" y="0"/>
            <a:chExt cx="5980176" cy="72134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980176" cy="721345"/>
            </a:xfrm>
            <a:custGeom>
              <a:avLst/>
              <a:gdLst/>
              <a:ahLst/>
              <a:cxnLst/>
              <a:rect l="l" t="t" r="r" b="b"/>
              <a:pathLst>
                <a:path w="5980176" h="721345">
                  <a:moveTo>
                    <a:pt x="0" y="0"/>
                  </a:moveTo>
                  <a:lnTo>
                    <a:pt x="5980176" y="0"/>
                  </a:lnTo>
                  <a:lnTo>
                    <a:pt x="5980176" y="721345"/>
                  </a:lnTo>
                  <a:lnTo>
                    <a:pt x="0" y="7213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72" b="-10210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5980176" cy="740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Mục tiêu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7063740" y="3647313"/>
            <a:ext cx="4485132" cy="87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ứng dụng Android quản lý công việc cá nhân, lưu dữ liệu ổn định trên thiết bị và hỗ trợ backup/restore.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2060555" y="2802255"/>
            <a:ext cx="5299710" cy="5299710"/>
            <a:chOff x="0" y="0"/>
            <a:chExt cx="7066280" cy="70662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066280" cy="7066280"/>
            </a:xfrm>
            <a:custGeom>
              <a:avLst/>
              <a:gdLst/>
              <a:ahLst/>
              <a:cxnLst/>
              <a:rect l="l" t="t" r="r" b="b"/>
              <a:pathLst>
                <a:path w="7066280" h="706628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919468" y="0"/>
                  </a:lnTo>
                  <a:cubicBezTo>
                    <a:pt x="7000622" y="0"/>
                    <a:pt x="7066280" y="65786"/>
                    <a:pt x="7066280" y="146812"/>
                  </a:cubicBezTo>
                  <a:lnTo>
                    <a:pt x="7066280" y="6919468"/>
                  </a:lnTo>
                  <a:cubicBezTo>
                    <a:pt x="7066280" y="7000622"/>
                    <a:pt x="7000494" y="7066280"/>
                    <a:pt x="6919468" y="7066280"/>
                  </a:cubicBezTo>
                  <a:lnTo>
                    <a:pt x="146812" y="7066280"/>
                  </a:lnTo>
                  <a:cubicBezTo>
                    <a:pt x="65786" y="7066280"/>
                    <a:pt x="0" y="7000494"/>
                    <a:pt x="0" y="6919468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280011" y="3021711"/>
            <a:ext cx="183642" cy="4860798"/>
            <a:chOff x="0" y="0"/>
            <a:chExt cx="244856" cy="648106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44729" cy="6481064"/>
            </a:xfrm>
            <a:custGeom>
              <a:avLst/>
              <a:gdLst/>
              <a:ahLst/>
              <a:cxnLst/>
              <a:rect l="l" t="t" r="r" b="b"/>
              <a:pathLst>
                <a:path w="244729" h="648106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6379083"/>
                  </a:lnTo>
                  <a:cubicBezTo>
                    <a:pt x="244729" y="6435471"/>
                    <a:pt x="199009" y="6481064"/>
                    <a:pt x="142748" y="6481064"/>
                  </a:cubicBezTo>
                  <a:lnTo>
                    <a:pt x="101981" y="6481064"/>
                  </a:lnTo>
                  <a:cubicBezTo>
                    <a:pt x="45593" y="6481064"/>
                    <a:pt x="0" y="6435344"/>
                    <a:pt x="0" y="6379083"/>
                  </a:cubicBez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618720" y="3113532"/>
            <a:ext cx="4485132" cy="541009"/>
            <a:chOff x="0" y="0"/>
            <a:chExt cx="5980176" cy="721345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980176" cy="721345"/>
            </a:xfrm>
            <a:custGeom>
              <a:avLst/>
              <a:gdLst/>
              <a:ahLst/>
              <a:cxnLst/>
              <a:rect l="l" t="t" r="r" b="b"/>
              <a:pathLst>
                <a:path w="5980176" h="721345">
                  <a:moveTo>
                    <a:pt x="0" y="0"/>
                  </a:moveTo>
                  <a:lnTo>
                    <a:pt x="5980176" y="0"/>
                  </a:lnTo>
                  <a:lnTo>
                    <a:pt x="5980176" y="721345"/>
                  </a:lnTo>
                  <a:lnTo>
                    <a:pt x="0" y="7213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72" b="-10210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5980176" cy="740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Định hướng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2618720" y="3647313"/>
            <a:ext cx="4485132" cy="123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95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Offline-first</a:t>
            </a:r>
          </a:p>
          <a:p>
            <a:pPr algn="l">
              <a:lnSpc>
                <a:spcPts val="2457"/>
              </a:lnSpc>
            </a:pPr>
            <a:r>
              <a:rPr lang="en-US" sz="195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UI</a:t>
            </a:r>
          </a:p>
          <a:p>
            <a:pPr algn="l">
              <a:lnSpc>
                <a:spcPts val="2457"/>
              </a:lnSpc>
            </a:pPr>
            <a:r>
              <a:rPr lang="en-US" sz="195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local data</a:t>
            </a:r>
          </a:p>
          <a:p>
            <a:pPr algn="l">
              <a:lnSpc>
                <a:spcPts val="2457"/>
              </a:lnSpc>
            </a:pPr>
            <a:r>
              <a:rPr lang="en-US" sz="195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maintenance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1362075" y="8562975"/>
            <a:ext cx="2350770" cy="485394"/>
            <a:chOff x="0" y="0"/>
            <a:chExt cx="3134360" cy="64719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3134360" cy="647192"/>
            </a:xfrm>
            <a:custGeom>
              <a:avLst/>
              <a:gdLst/>
              <a:ahLst/>
              <a:cxnLst/>
              <a:rect l="l" t="t" r="r" b="b"/>
              <a:pathLst>
                <a:path w="313436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2982087" y="0"/>
                  </a:lnTo>
                  <a:cubicBezTo>
                    <a:pt x="3066161" y="0"/>
                    <a:pt x="3134360" y="68199"/>
                    <a:pt x="3134360" y="152273"/>
                  </a:cubicBezTo>
                  <a:lnTo>
                    <a:pt x="3134360" y="494919"/>
                  </a:lnTo>
                  <a:cubicBezTo>
                    <a:pt x="3134360" y="578993"/>
                    <a:pt x="3066161" y="647192"/>
                    <a:pt x="298208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3B82F6">
                <a:alpha val="4706"/>
              </a:srgbClr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495044" y="8654796"/>
            <a:ext cx="2084832" cy="278918"/>
            <a:chOff x="0" y="0"/>
            <a:chExt cx="2779776" cy="37189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779776" cy="371890"/>
            </a:xfrm>
            <a:custGeom>
              <a:avLst/>
              <a:gdLst/>
              <a:ahLst/>
              <a:cxnLst/>
              <a:rect l="l" t="t" r="r" b="b"/>
              <a:pathLst>
                <a:path w="2779776" h="371890">
                  <a:moveTo>
                    <a:pt x="0" y="0"/>
                  </a:moveTo>
                  <a:lnTo>
                    <a:pt x="2779776" y="0"/>
                  </a:lnTo>
                  <a:lnTo>
                    <a:pt x="277977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469" b="-9482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277977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Offline-first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4105275" y="8562975"/>
            <a:ext cx="2762250" cy="485394"/>
            <a:chOff x="0" y="0"/>
            <a:chExt cx="3683000" cy="64719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3683000" cy="647192"/>
            </a:xfrm>
            <a:custGeom>
              <a:avLst/>
              <a:gdLst/>
              <a:ahLst/>
              <a:cxnLst/>
              <a:rect l="l" t="t" r="r" b="b"/>
              <a:pathLst>
                <a:path w="368300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3530727" y="0"/>
                  </a:lnTo>
                  <a:cubicBezTo>
                    <a:pt x="3614801" y="0"/>
                    <a:pt x="3683000" y="68199"/>
                    <a:pt x="3683000" y="152273"/>
                  </a:cubicBezTo>
                  <a:lnTo>
                    <a:pt x="3683000" y="494919"/>
                  </a:lnTo>
                  <a:cubicBezTo>
                    <a:pt x="3683000" y="578993"/>
                    <a:pt x="3614801" y="647192"/>
                    <a:pt x="353072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7C3AED">
                <a:alpha val="4706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238244" y="8654796"/>
            <a:ext cx="2496312" cy="278918"/>
            <a:chOff x="0" y="0"/>
            <a:chExt cx="3328416" cy="37189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328416" cy="371890"/>
            </a:xfrm>
            <a:custGeom>
              <a:avLst/>
              <a:gdLst/>
              <a:ahLst/>
              <a:cxnLst/>
              <a:rect l="l" t="t" r="r" b="b"/>
              <a:pathLst>
                <a:path w="3328416" h="371890">
                  <a:moveTo>
                    <a:pt x="0" y="0"/>
                  </a:moveTo>
                  <a:lnTo>
                    <a:pt x="3328416" y="0"/>
                  </a:lnTo>
                  <a:lnTo>
                    <a:pt x="332841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5215" b="-12356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19050"/>
              <a:ext cx="332841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Room Database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259955" y="8562975"/>
            <a:ext cx="2625090" cy="485394"/>
            <a:chOff x="0" y="0"/>
            <a:chExt cx="3500120" cy="64719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3500120" cy="647192"/>
            </a:xfrm>
            <a:custGeom>
              <a:avLst/>
              <a:gdLst/>
              <a:ahLst/>
              <a:cxnLst/>
              <a:rect l="l" t="t" r="r" b="b"/>
              <a:pathLst>
                <a:path w="350012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3347847" y="0"/>
                  </a:lnTo>
                  <a:cubicBezTo>
                    <a:pt x="3431921" y="0"/>
                    <a:pt x="3500120" y="68199"/>
                    <a:pt x="3500120" y="152273"/>
                  </a:cubicBezTo>
                  <a:lnTo>
                    <a:pt x="3500120" y="494919"/>
                  </a:lnTo>
                  <a:cubicBezTo>
                    <a:pt x="3500120" y="578993"/>
                    <a:pt x="3431921" y="647192"/>
                    <a:pt x="334784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F59E0B">
                <a:alpha val="4706"/>
              </a:srgbClr>
            </a:solidFill>
            <a:ln w="19050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7392924" y="8654796"/>
            <a:ext cx="2359152" cy="278918"/>
            <a:chOff x="0" y="0"/>
            <a:chExt cx="3145536" cy="37189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145536" cy="371890"/>
            </a:xfrm>
            <a:custGeom>
              <a:avLst/>
              <a:gdLst/>
              <a:ahLst/>
              <a:cxnLst/>
              <a:rect l="l" t="t" r="r" b="b"/>
              <a:pathLst>
                <a:path w="3145536" h="371890">
                  <a:moveTo>
                    <a:pt x="0" y="0"/>
                  </a:moveTo>
                  <a:lnTo>
                    <a:pt x="3145536" y="0"/>
                  </a:lnTo>
                  <a:lnTo>
                    <a:pt x="314553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5633" b="-113984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314553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Local Reminder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0277475" y="8562975"/>
            <a:ext cx="2419350" cy="485394"/>
            <a:chOff x="0" y="0"/>
            <a:chExt cx="3225800" cy="64719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225800" cy="647192"/>
            </a:xfrm>
            <a:custGeom>
              <a:avLst/>
              <a:gdLst/>
              <a:ahLst/>
              <a:cxnLst/>
              <a:rect l="l" t="t" r="r" b="b"/>
              <a:pathLst>
                <a:path w="322580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3073527" y="0"/>
                  </a:lnTo>
                  <a:cubicBezTo>
                    <a:pt x="3157601" y="0"/>
                    <a:pt x="3225800" y="68199"/>
                    <a:pt x="3225800" y="152273"/>
                  </a:cubicBezTo>
                  <a:lnTo>
                    <a:pt x="3225800" y="494919"/>
                  </a:lnTo>
                  <a:cubicBezTo>
                    <a:pt x="3225800" y="578993"/>
                    <a:pt x="3157601" y="647192"/>
                    <a:pt x="307352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22C55E">
                <a:alpha val="4706"/>
              </a:srgbClr>
            </a:solidFill>
            <a:ln w="19050" cap="sq">
              <a:solidFill>
                <a:srgbClr val="22C55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0410444" y="8654796"/>
            <a:ext cx="2153412" cy="278918"/>
            <a:chOff x="0" y="0"/>
            <a:chExt cx="2871216" cy="37189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2871216" cy="371890"/>
            </a:xfrm>
            <a:custGeom>
              <a:avLst/>
              <a:gdLst/>
              <a:ahLst/>
              <a:cxnLst/>
              <a:rect l="l" t="t" r="r" b="b"/>
              <a:pathLst>
                <a:path w="2871216" h="371890">
                  <a:moveTo>
                    <a:pt x="0" y="0"/>
                  </a:moveTo>
                  <a:lnTo>
                    <a:pt x="2871216" y="0"/>
                  </a:lnTo>
                  <a:lnTo>
                    <a:pt x="287121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260" b="-9961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19050"/>
              <a:ext cx="287121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Safe Backup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3089255" y="8562975"/>
            <a:ext cx="2007870" cy="485394"/>
            <a:chOff x="0" y="0"/>
            <a:chExt cx="2677160" cy="64719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2677160" cy="647192"/>
            </a:xfrm>
            <a:custGeom>
              <a:avLst/>
              <a:gdLst/>
              <a:ahLst/>
              <a:cxnLst/>
              <a:rect l="l" t="t" r="r" b="b"/>
              <a:pathLst>
                <a:path w="267716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2524887" y="0"/>
                  </a:lnTo>
                  <a:cubicBezTo>
                    <a:pt x="2608961" y="0"/>
                    <a:pt x="2677160" y="68199"/>
                    <a:pt x="2677160" y="152273"/>
                  </a:cubicBezTo>
                  <a:lnTo>
                    <a:pt x="2677160" y="494919"/>
                  </a:lnTo>
                  <a:cubicBezTo>
                    <a:pt x="2677160" y="578993"/>
                    <a:pt x="2608961" y="647192"/>
                    <a:pt x="252488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A78BFA">
                <a:alpha val="4706"/>
              </a:srgbClr>
            </a:solidFill>
            <a:ln w="19050" cap="sq">
              <a:solidFill>
                <a:srgbClr val="A78BF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3222224" y="8654796"/>
            <a:ext cx="1741932" cy="278918"/>
            <a:chOff x="0" y="0"/>
            <a:chExt cx="2322576" cy="37189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2322576" cy="371890"/>
            </a:xfrm>
            <a:custGeom>
              <a:avLst/>
              <a:gdLst/>
              <a:ahLst/>
              <a:cxnLst/>
              <a:rect l="l" t="t" r="r" b="b"/>
              <a:pathLst>
                <a:path w="2322576" h="371890">
                  <a:moveTo>
                    <a:pt x="0" y="0"/>
                  </a:moveTo>
                  <a:lnTo>
                    <a:pt x="2322576" y="0"/>
                  </a:lnTo>
                  <a:lnTo>
                    <a:pt x="232257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514" b="-7086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19050"/>
              <a:ext cx="232257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Timeline</a:t>
              </a:r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17076420" y="9691878"/>
            <a:ext cx="54864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65742"/>
            <a:chOff x="0" y="0"/>
            <a:chExt cx="3840480" cy="354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54323"/>
            </a:xfrm>
            <a:custGeom>
              <a:avLst/>
              <a:gdLst/>
              <a:ahLst/>
              <a:cxnLst/>
              <a:rect l="l" t="t" r="r" b="b"/>
              <a:pathLst>
                <a:path w="3840480" h="354323">
                  <a:moveTo>
                    <a:pt x="0" y="0"/>
                  </a:moveTo>
                  <a:lnTo>
                    <a:pt x="3840480" y="0"/>
                  </a:lnTo>
                  <a:lnTo>
                    <a:pt x="384048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744" b="-1576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84048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3B82F6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850392" y="617220"/>
            <a:ext cx="5897880" cy="329184"/>
            <a:chOff x="0" y="0"/>
            <a:chExt cx="7863840" cy="4389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863840" cy="438912"/>
            </a:xfrm>
            <a:custGeom>
              <a:avLst/>
              <a:gdLst/>
              <a:ahLst/>
              <a:cxnLst/>
              <a:rect l="l" t="t" r="r" b="b"/>
              <a:pathLst>
                <a:path w="7863840" h="438912">
                  <a:moveTo>
                    <a:pt x="0" y="0"/>
                  </a:moveTo>
                  <a:lnTo>
                    <a:pt x="7863840" y="0"/>
                  </a:lnTo>
                  <a:lnTo>
                    <a:pt x="7863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9106" b="-29910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863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0392" y="1069848"/>
            <a:ext cx="16322040" cy="822960"/>
            <a:chOff x="0" y="0"/>
            <a:chExt cx="21762720" cy="10972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62720" cy="1097280"/>
            </a:xfrm>
            <a:custGeom>
              <a:avLst/>
              <a:gdLst/>
              <a:ahLst/>
              <a:cxnLst/>
              <a:rect l="l" t="t" r="r" b="b"/>
              <a:pathLst>
                <a:path w="21762720" h="109728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6453" b="-33645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1762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Team &amp; Responsibilities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0392" y="1947672"/>
            <a:ext cx="16184880" cy="548640"/>
            <a:chOff x="0" y="0"/>
            <a:chExt cx="2157984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157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Phân công theo module để phát triển song song và dễ integration.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78027" y="2733675"/>
            <a:ext cx="4613910" cy="2419350"/>
            <a:chOff x="0" y="0"/>
            <a:chExt cx="6151880" cy="3225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151880" cy="3225800"/>
            </a:xfrm>
            <a:custGeom>
              <a:avLst/>
              <a:gdLst/>
              <a:ahLst/>
              <a:cxnLst/>
              <a:rect l="l" t="t" r="r" b="b"/>
              <a:pathLst>
                <a:path w="6151880" h="32258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004433" y="0"/>
                  </a:lnTo>
                  <a:cubicBezTo>
                    <a:pt x="6085840" y="0"/>
                    <a:pt x="6151880" y="66040"/>
                    <a:pt x="6151880" y="147447"/>
                  </a:cubicBezTo>
                  <a:lnTo>
                    <a:pt x="6151880" y="3078353"/>
                  </a:lnTo>
                  <a:cubicBezTo>
                    <a:pt x="6151880" y="3159760"/>
                    <a:pt x="6085840" y="3225800"/>
                    <a:pt x="600443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11182A">
                <a:alpha val="92157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24915" y="3007995"/>
            <a:ext cx="773430" cy="773430"/>
            <a:chOff x="0" y="0"/>
            <a:chExt cx="1031240" cy="10312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31240" cy="1031240"/>
            </a:xfrm>
            <a:custGeom>
              <a:avLst/>
              <a:gdLst/>
              <a:ahLst/>
              <a:cxnLst/>
              <a:rect l="l" t="t" r="r" b="b"/>
              <a:pathLst>
                <a:path w="10312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7C3AED">
                <a:alpha val="72157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34440" y="3195828"/>
            <a:ext cx="754380" cy="327971"/>
            <a:chOff x="0" y="0"/>
            <a:chExt cx="1005840" cy="43729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05840" cy="437294"/>
            </a:xfrm>
            <a:custGeom>
              <a:avLst/>
              <a:gdLst/>
              <a:ahLst/>
              <a:cxnLst/>
              <a:rect l="l" t="t" r="r" b="b"/>
              <a:pathLst>
                <a:path w="1005840" h="437294">
                  <a:moveTo>
                    <a:pt x="0" y="0"/>
                  </a:moveTo>
                  <a:lnTo>
                    <a:pt x="1005840" y="0"/>
                  </a:lnTo>
                  <a:lnTo>
                    <a:pt x="1005840" y="437294"/>
                  </a:lnTo>
                  <a:lnTo>
                    <a:pt x="0" y="4372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179" b="175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1005840" cy="45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221992" y="2962656"/>
            <a:ext cx="2948940" cy="411480"/>
            <a:chOff x="0" y="0"/>
            <a:chExt cx="3931920" cy="5486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4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9642" b="-896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393192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Nguyễn Duy Khang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221992" y="3456432"/>
            <a:ext cx="2948940" cy="315468"/>
            <a:chOff x="0" y="0"/>
            <a:chExt cx="3931920" cy="42062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931920" cy="420624"/>
            </a:xfrm>
            <a:custGeom>
              <a:avLst/>
              <a:gdLst/>
              <a:ahLst/>
              <a:cxnLst/>
              <a:rect l="l" t="t" r="r" b="b"/>
              <a:pathLst>
                <a:path w="3931920" h="420624">
                  <a:moveTo>
                    <a:pt x="0" y="0"/>
                  </a:moveTo>
                  <a:lnTo>
                    <a:pt x="3931920" y="0"/>
                  </a:lnTo>
                  <a:lnTo>
                    <a:pt x="393192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142" b="-1321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3931920" cy="4396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>
                  <a:solidFill>
                    <a:srgbClr val="7C3AE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Nhóm trưởng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34440" y="4142232"/>
            <a:ext cx="4046220" cy="603504"/>
            <a:chOff x="0" y="0"/>
            <a:chExt cx="5394960" cy="80467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394960" cy="804672"/>
            </a:xfrm>
            <a:custGeom>
              <a:avLst/>
              <a:gdLst/>
              <a:ahLst/>
              <a:cxnLst/>
              <a:rect l="l" t="t" r="r" b="b"/>
              <a:pathLst>
                <a:path w="5394960" h="804672">
                  <a:moveTo>
                    <a:pt x="0" y="0"/>
                  </a:moveTo>
                  <a:lnTo>
                    <a:pt x="5394960" y="0"/>
                  </a:lnTo>
                  <a:lnTo>
                    <a:pt x="5394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0638" b="-8063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5394960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Cross-module Coding • Bug Fixing • Code Review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135243" y="2733675"/>
            <a:ext cx="4613910" cy="2419350"/>
            <a:chOff x="0" y="0"/>
            <a:chExt cx="6151880" cy="32258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151880" cy="3225800"/>
            </a:xfrm>
            <a:custGeom>
              <a:avLst/>
              <a:gdLst/>
              <a:ahLst/>
              <a:cxnLst/>
              <a:rect l="l" t="t" r="r" b="b"/>
              <a:pathLst>
                <a:path w="6151880" h="32258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004433" y="0"/>
                  </a:lnTo>
                  <a:cubicBezTo>
                    <a:pt x="6085840" y="0"/>
                    <a:pt x="6151880" y="66040"/>
                    <a:pt x="6151880" y="147447"/>
                  </a:cubicBezTo>
                  <a:lnTo>
                    <a:pt x="6151880" y="3078353"/>
                  </a:lnTo>
                  <a:cubicBezTo>
                    <a:pt x="6151880" y="3159760"/>
                    <a:pt x="6085840" y="3225800"/>
                    <a:pt x="600443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11182A">
                <a:alpha val="92157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382131" y="3007995"/>
            <a:ext cx="773430" cy="773430"/>
            <a:chOff x="0" y="0"/>
            <a:chExt cx="1031240" cy="10312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31240" cy="1031240"/>
            </a:xfrm>
            <a:custGeom>
              <a:avLst/>
              <a:gdLst/>
              <a:ahLst/>
              <a:cxnLst/>
              <a:rect l="l" t="t" r="r" b="b"/>
              <a:pathLst>
                <a:path w="10312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3B82F6">
                <a:alpha val="72157"/>
              </a:srgbClr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391656" y="3195828"/>
            <a:ext cx="754380" cy="327971"/>
            <a:chOff x="0" y="0"/>
            <a:chExt cx="1005840" cy="43729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005840" cy="437294"/>
            </a:xfrm>
            <a:custGeom>
              <a:avLst/>
              <a:gdLst/>
              <a:ahLst/>
              <a:cxnLst/>
              <a:rect l="l" t="t" r="r" b="b"/>
              <a:pathLst>
                <a:path w="1005840" h="437294">
                  <a:moveTo>
                    <a:pt x="0" y="0"/>
                  </a:moveTo>
                  <a:lnTo>
                    <a:pt x="1005840" y="0"/>
                  </a:lnTo>
                  <a:lnTo>
                    <a:pt x="1005840" y="437294"/>
                  </a:lnTo>
                  <a:lnTo>
                    <a:pt x="0" y="4372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179" b="175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1005840" cy="45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7379208" y="2962656"/>
            <a:ext cx="2948940" cy="411480"/>
            <a:chOff x="0" y="0"/>
            <a:chExt cx="3931920" cy="5486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4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9642" b="-896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393192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Nguyễn Hoàng Minh Khôi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379208" y="3456432"/>
            <a:ext cx="2948940" cy="315468"/>
            <a:chOff x="0" y="0"/>
            <a:chExt cx="3931920" cy="42062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931920" cy="420624"/>
            </a:xfrm>
            <a:custGeom>
              <a:avLst/>
              <a:gdLst/>
              <a:ahLst/>
              <a:cxnLst/>
              <a:rect l="l" t="t" r="r" b="b"/>
              <a:pathLst>
                <a:path w="3931920" h="420624">
                  <a:moveTo>
                    <a:pt x="0" y="0"/>
                  </a:moveTo>
                  <a:lnTo>
                    <a:pt x="3931920" y="0"/>
                  </a:lnTo>
                  <a:lnTo>
                    <a:pt x="393192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142" b="-1321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3931920" cy="4396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>
                  <a:solidFill>
                    <a:srgbClr val="3B82F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CRUD / UI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391656" y="4142232"/>
            <a:ext cx="4046220" cy="603504"/>
            <a:chOff x="0" y="0"/>
            <a:chExt cx="5394960" cy="80467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5394960" cy="804672"/>
            </a:xfrm>
            <a:custGeom>
              <a:avLst/>
              <a:gdLst/>
              <a:ahLst/>
              <a:cxnLst/>
              <a:rect l="l" t="t" r="r" b="b"/>
              <a:pathLst>
                <a:path w="5394960" h="804672">
                  <a:moveTo>
                    <a:pt x="0" y="0"/>
                  </a:moveTo>
                  <a:lnTo>
                    <a:pt x="5394960" y="0"/>
                  </a:lnTo>
                  <a:lnTo>
                    <a:pt x="5394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0638" b="-8063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5394960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Task Form • CRUD • Validation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1292459" y="2733675"/>
            <a:ext cx="4613910" cy="2419350"/>
            <a:chOff x="0" y="0"/>
            <a:chExt cx="6151880" cy="3225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151880" cy="3225800"/>
            </a:xfrm>
            <a:custGeom>
              <a:avLst/>
              <a:gdLst/>
              <a:ahLst/>
              <a:cxnLst/>
              <a:rect l="l" t="t" r="r" b="b"/>
              <a:pathLst>
                <a:path w="6151880" h="32258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004433" y="0"/>
                  </a:lnTo>
                  <a:cubicBezTo>
                    <a:pt x="6085840" y="0"/>
                    <a:pt x="6151880" y="66040"/>
                    <a:pt x="6151880" y="147447"/>
                  </a:cubicBezTo>
                  <a:lnTo>
                    <a:pt x="6151880" y="3078353"/>
                  </a:lnTo>
                  <a:cubicBezTo>
                    <a:pt x="6151880" y="3159760"/>
                    <a:pt x="6085840" y="3225800"/>
                    <a:pt x="600443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11182A">
                <a:alpha val="92157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1539347" y="3007995"/>
            <a:ext cx="773430" cy="773430"/>
            <a:chOff x="0" y="0"/>
            <a:chExt cx="1031240" cy="103124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31240" cy="1031240"/>
            </a:xfrm>
            <a:custGeom>
              <a:avLst/>
              <a:gdLst/>
              <a:ahLst/>
              <a:cxnLst/>
              <a:rect l="l" t="t" r="r" b="b"/>
              <a:pathLst>
                <a:path w="10312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22D3EE">
                <a:alpha val="72157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1548872" y="3195828"/>
            <a:ext cx="754380" cy="327971"/>
            <a:chOff x="0" y="0"/>
            <a:chExt cx="1005840" cy="43729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005840" cy="437294"/>
            </a:xfrm>
            <a:custGeom>
              <a:avLst/>
              <a:gdLst/>
              <a:ahLst/>
              <a:cxnLst/>
              <a:rect l="l" t="t" r="r" b="b"/>
              <a:pathLst>
                <a:path w="1005840" h="437294">
                  <a:moveTo>
                    <a:pt x="0" y="0"/>
                  </a:moveTo>
                  <a:lnTo>
                    <a:pt x="1005840" y="0"/>
                  </a:lnTo>
                  <a:lnTo>
                    <a:pt x="1005840" y="437294"/>
                  </a:lnTo>
                  <a:lnTo>
                    <a:pt x="0" y="4372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179" b="175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1005840" cy="45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536424" y="2962656"/>
            <a:ext cx="2948940" cy="411480"/>
            <a:chOff x="0" y="0"/>
            <a:chExt cx="3931920" cy="54864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4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9642" b="-896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19050"/>
              <a:ext cx="393192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Nguyễn Hoài Nam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536424" y="3456432"/>
            <a:ext cx="2948940" cy="315468"/>
            <a:chOff x="0" y="0"/>
            <a:chExt cx="3931920" cy="42062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3931920" cy="420624"/>
            </a:xfrm>
            <a:custGeom>
              <a:avLst/>
              <a:gdLst/>
              <a:ahLst/>
              <a:cxnLst/>
              <a:rect l="l" t="t" r="r" b="b"/>
              <a:pathLst>
                <a:path w="3931920" h="420624">
                  <a:moveTo>
                    <a:pt x="0" y="0"/>
                  </a:moveTo>
                  <a:lnTo>
                    <a:pt x="3931920" y="0"/>
                  </a:lnTo>
                  <a:lnTo>
                    <a:pt x="393192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142" b="-1321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19050"/>
              <a:ext cx="3931920" cy="4396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>
                  <a:solidFill>
                    <a:srgbClr val="22D3E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Room / Data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1548872" y="4142232"/>
            <a:ext cx="4046220" cy="603504"/>
            <a:chOff x="0" y="0"/>
            <a:chExt cx="5394960" cy="80467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5394960" cy="804672"/>
            </a:xfrm>
            <a:custGeom>
              <a:avLst/>
              <a:gdLst/>
              <a:ahLst/>
              <a:cxnLst/>
              <a:rect l="l" t="t" r="r" b="b"/>
              <a:pathLst>
                <a:path w="5394960" h="804672">
                  <a:moveTo>
                    <a:pt x="0" y="0"/>
                  </a:moveTo>
                  <a:lnTo>
                    <a:pt x="5394960" y="0"/>
                  </a:lnTo>
                  <a:lnTo>
                    <a:pt x="5394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0638" b="-8063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19050"/>
              <a:ext cx="5394960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Entity • DAO • Migration • Project Timeline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78027" y="5956935"/>
            <a:ext cx="4613910" cy="2419350"/>
            <a:chOff x="0" y="0"/>
            <a:chExt cx="6151880" cy="32258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6151880" cy="3225800"/>
            </a:xfrm>
            <a:custGeom>
              <a:avLst/>
              <a:gdLst/>
              <a:ahLst/>
              <a:cxnLst/>
              <a:rect l="l" t="t" r="r" b="b"/>
              <a:pathLst>
                <a:path w="6151880" h="32258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004433" y="0"/>
                  </a:lnTo>
                  <a:cubicBezTo>
                    <a:pt x="6085840" y="0"/>
                    <a:pt x="6151880" y="66040"/>
                    <a:pt x="6151880" y="147447"/>
                  </a:cubicBezTo>
                  <a:lnTo>
                    <a:pt x="6151880" y="3078353"/>
                  </a:lnTo>
                  <a:cubicBezTo>
                    <a:pt x="6151880" y="3159760"/>
                    <a:pt x="6085840" y="3225800"/>
                    <a:pt x="600443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11182A">
                <a:alpha val="92157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224915" y="6231255"/>
            <a:ext cx="773430" cy="773430"/>
            <a:chOff x="0" y="0"/>
            <a:chExt cx="1031240" cy="103124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031240" cy="1031240"/>
            </a:xfrm>
            <a:custGeom>
              <a:avLst/>
              <a:gdLst/>
              <a:ahLst/>
              <a:cxnLst/>
              <a:rect l="l" t="t" r="r" b="b"/>
              <a:pathLst>
                <a:path w="10312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59E0B">
                <a:alpha val="72157"/>
              </a:srgbClr>
            </a:solidFill>
            <a:ln w="19050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234440" y="6419088"/>
            <a:ext cx="754380" cy="327971"/>
            <a:chOff x="0" y="0"/>
            <a:chExt cx="1005840" cy="437294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005840" cy="437294"/>
            </a:xfrm>
            <a:custGeom>
              <a:avLst/>
              <a:gdLst/>
              <a:ahLst/>
              <a:cxnLst/>
              <a:rect l="l" t="t" r="r" b="b"/>
              <a:pathLst>
                <a:path w="1005840" h="437294">
                  <a:moveTo>
                    <a:pt x="0" y="0"/>
                  </a:moveTo>
                  <a:lnTo>
                    <a:pt x="1005840" y="0"/>
                  </a:lnTo>
                  <a:lnTo>
                    <a:pt x="1005840" y="437294"/>
                  </a:lnTo>
                  <a:lnTo>
                    <a:pt x="0" y="4372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179" b="175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19050"/>
              <a:ext cx="1005840" cy="45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2221992" y="6185916"/>
            <a:ext cx="2948940" cy="411480"/>
            <a:chOff x="0" y="0"/>
            <a:chExt cx="3931920" cy="54864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4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9642" b="-896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-19050"/>
              <a:ext cx="393192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Lê Trần Đăng Khôi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2221992" y="6679692"/>
            <a:ext cx="2948940" cy="315468"/>
            <a:chOff x="0" y="0"/>
            <a:chExt cx="3931920" cy="420624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3931920" cy="420624"/>
            </a:xfrm>
            <a:custGeom>
              <a:avLst/>
              <a:gdLst/>
              <a:ahLst/>
              <a:cxnLst/>
              <a:rect l="l" t="t" r="r" b="b"/>
              <a:pathLst>
                <a:path w="3931920" h="420624">
                  <a:moveTo>
                    <a:pt x="0" y="0"/>
                  </a:moveTo>
                  <a:lnTo>
                    <a:pt x="3931920" y="0"/>
                  </a:lnTo>
                  <a:lnTo>
                    <a:pt x="393192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142" b="-1321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-19050"/>
              <a:ext cx="3931920" cy="4396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>
                  <a:solidFill>
                    <a:srgbClr val="F59E0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Filter / States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234440" y="7365492"/>
            <a:ext cx="4046220" cy="603504"/>
            <a:chOff x="0" y="0"/>
            <a:chExt cx="5394960" cy="804672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5394960" cy="804672"/>
            </a:xfrm>
            <a:custGeom>
              <a:avLst/>
              <a:gdLst/>
              <a:ahLst/>
              <a:cxnLst/>
              <a:rect l="l" t="t" r="r" b="b"/>
              <a:pathLst>
                <a:path w="5394960" h="804672">
                  <a:moveTo>
                    <a:pt x="0" y="0"/>
                  </a:moveTo>
                  <a:lnTo>
                    <a:pt x="5394960" y="0"/>
                  </a:lnTo>
                  <a:lnTo>
                    <a:pt x="5394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0638" b="-8063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-19050"/>
              <a:ext cx="5394960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Filter • Sort • Empty / Overdue / Error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6135243" y="5956935"/>
            <a:ext cx="4613910" cy="2419350"/>
            <a:chOff x="0" y="0"/>
            <a:chExt cx="6151880" cy="3225800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6151880" cy="3225800"/>
            </a:xfrm>
            <a:custGeom>
              <a:avLst/>
              <a:gdLst/>
              <a:ahLst/>
              <a:cxnLst/>
              <a:rect l="l" t="t" r="r" b="b"/>
              <a:pathLst>
                <a:path w="6151880" h="32258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004433" y="0"/>
                  </a:lnTo>
                  <a:cubicBezTo>
                    <a:pt x="6085840" y="0"/>
                    <a:pt x="6151880" y="66040"/>
                    <a:pt x="6151880" y="147447"/>
                  </a:cubicBezTo>
                  <a:lnTo>
                    <a:pt x="6151880" y="3078353"/>
                  </a:lnTo>
                  <a:cubicBezTo>
                    <a:pt x="6151880" y="3159760"/>
                    <a:pt x="6085840" y="3225800"/>
                    <a:pt x="600443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11182A">
                <a:alpha val="92157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6382131" y="6231255"/>
            <a:ext cx="773430" cy="773430"/>
            <a:chOff x="0" y="0"/>
            <a:chExt cx="1031240" cy="103124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031240" cy="1031240"/>
            </a:xfrm>
            <a:custGeom>
              <a:avLst/>
              <a:gdLst/>
              <a:ahLst/>
              <a:cxnLst/>
              <a:rect l="l" t="t" r="r" b="b"/>
              <a:pathLst>
                <a:path w="10312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22C55E">
                <a:alpha val="72157"/>
              </a:srgbClr>
            </a:solidFill>
            <a:ln w="19050" cap="sq">
              <a:solidFill>
                <a:srgbClr val="22C55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6391656" y="6419088"/>
            <a:ext cx="754380" cy="327971"/>
            <a:chOff x="0" y="0"/>
            <a:chExt cx="1005840" cy="437294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1005840" cy="437294"/>
            </a:xfrm>
            <a:custGeom>
              <a:avLst/>
              <a:gdLst/>
              <a:ahLst/>
              <a:cxnLst/>
              <a:rect l="l" t="t" r="r" b="b"/>
              <a:pathLst>
                <a:path w="1005840" h="437294">
                  <a:moveTo>
                    <a:pt x="0" y="0"/>
                  </a:moveTo>
                  <a:lnTo>
                    <a:pt x="1005840" y="0"/>
                  </a:lnTo>
                  <a:lnTo>
                    <a:pt x="1005840" y="437294"/>
                  </a:lnTo>
                  <a:lnTo>
                    <a:pt x="0" y="4372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179" b="175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0" y="-19050"/>
              <a:ext cx="1005840" cy="45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7379208" y="6185916"/>
            <a:ext cx="2948940" cy="411480"/>
            <a:chOff x="0" y="0"/>
            <a:chExt cx="3931920" cy="54864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4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9642" b="-896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0" y="-19050"/>
              <a:ext cx="393192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Đặng Lam Trường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7379208" y="6679692"/>
            <a:ext cx="2948940" cy="315468"/>
            <a:chOff x="0" y="0"/>
            <a:chExt cx="3931920" cy="420624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3931920" cy="420624"/>
            </a:xfrm>
            <a:custGeom>
              <a:avLst/>
              <a:gdLst/>
              <a:ahLst/>
              <a:cxnLst/>
              <a:rect l="l" t="t" r="r" b="b"/>
              <a:pathLst>
                <a:path w="3931920" h="420624">
                  <a:moveTo>
                    <a:pt x="0" y="0"/>
                  </a:moveTo>
                  <a:lnTo>
                    <a:pt x="3931920" y="0"/>
                  </a:lnTo>
                  <a:lnTo>
                    <a:pt x="393192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142" b="-1321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0" y="-19050"/>
              <a:ext cx="3931920" cy="4396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>
                  <a:solidFill>
                    <a:srgbClr val="22C55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Reminder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6391656" y="7365492"/>
            <a:ext cx="4046220" cy="603504"/>
            <a:chOff x="0" y="0"/>
            <a:chExt cx="5394960" cy="804672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5394960" cy="804672"/>
            </a:xfrm>
            <a:custGeom>
              <a:avLst/>
              <a:gdLst/>
              <a:ahLst/>
              <a:cxnLst/>
              <a:rect l="l" t="t" r="r" b="b"/>
              <a:pathLst>
                <a:path w="5394960" h="804672">
                  <a:moveTo>
                    <a:pt x="0" y="0"/>
                  </a:moveTo>
                  <a:lnTo>
                    <a:pt x="5394960" y="0"/>
                  </a:lnTo>
                  <a:lnTo>
                    <a:pt x="5394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0638" b="-8063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0" y="-19050"/>
              <a:ext cx="5394960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Notification • Recurring • Receiver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11292459" y="5956935"/>
            <a:ext cx="4613910" cy="2419350"/>
            <a:chOff x="0" y="0"/>
            <a:chExt cx="6151880" cy="3225800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6151880" cy="3225800"/>
            </a:xfrm>
            <a:custGeom>
              <a:avLst/>
              <a:gdLst/>
              <a:ahLst/>
              <a:cxnLst/>
              <a:rect l="l" t="t" r="r" b="b"/>
              <a:pathLst>
                <a:path w="6151880" h="32258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004433" y="0"/>
                  </a:lnTo>
                  <a:cubicBezTo>
                    <a:pt x="6085840" y="0"/>
                    <a:pt x="6151880" y="66040"/>
                    <a:pt x="6151880" y="147447"/>
                  </a:cubicBezTo>
                  <a:lnTo>
                    <a:pt x="6151880" y="3078353"/>
                  </a:lnTo>
                  <a:cubicBezTo>
                    <a:pt x="6151880" y="3159760"/>
                    <a:pt x="6085840" y="3225800"/>
                    <a:pt x="6004433" y="3225800"/>
                  </a:cubicBezTo>
                  <a:lnTo>
                    <a:pt x="147447" y="3225800"/>
                  </a:lnTo>
                  <a:cubicBezTo>
                    <a:pt x="66040" y="3225800"/>
                    <a:pt x="0" y="3159760"/>
                    <a:pt x="0" y="3078353"/>
                  </a:cubicBezTo>
                  <a:close/>
                </a:path>
              </a:pathLst>
            </a:custGeom>
            <a:solidFill>
              <a:srgbClr val="11182A">
                <a:alpha val="92157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11539347" y="6231255"/>
            <a:ext cx="773430" cy="773430"/>
            <a:chOff x="0" y="0"/>
            <a:chExt cx="1031240" cy="1031240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1031240" cy="1031240"/>
            </a:xfrm>
            <a:custGeom>
              <a:avLst/>
              <a:gdLst/>
              <a:ahLst/>
              <a:cxnLst/>
              <a:rect l="l" t="t" r="r" b="b"/>
              <a:pathLst>
                <a:path w="1031240" h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EF4444">
                <a:alpha val="72157"/>
              </a:srgbClr>
            </a:solidFill>
            <a:ln w="19050" cap="sq">
              <a:solidFill>
                <a:srgbClr val="EF4444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11548872" y="6419088"/>
            <a:ext cx="754380" cy="327971"/>
            <a:chOff x="0" y="0"/>
            <a:chExt cx="1005840" cy="437294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1005840" cy="437294"/>
            </a:xfrm>
            <a:custGeom>
              <a:avLst/>
              <a:gdLst/>
              <a:ahLst/>
              <a:cxnLst/>
              <a:rect l="l" t="t" r="r" b="b"/>
              <a:pathLst>
                <a:path w="1005840" h="437294">
                  <a:moveTo>
                    <a:pt x="0" y="0"/>
                  </a:moveTo>
                  <a:lnTo>
                    <a:pt x="1005840" y="0"/>
                  </a:lnTo>
                  <a:lnTo>
                    <a:pt x="1005840" y="437294"/>
                  </a:lnTo>
                  <a:lnTo>
                    <a:pt x="0" y="4372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179" b="175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0" y="-19050"/>
              <a:ext cx="1005840" cy="45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2536424" y="6185916"/>
            <a:ext cx="2948940" cy="411480"/>
            <a:chOff x="0" y="0"/>
            <a:chExt cx="3931920" cy="548640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3931920" cy="548640"/>
            </a:xfrm>
            <a:custGeom>
              <a:avLst/>
              <a:gdLst/>
              <a:ahLst/>
              <a:cxnLst/>
              <a:rect l="l" t="t" r="r" b="b"/>
              <a:pathLst>
                <a:path w="3931920" h="548640">
                  <a:moveTo>
                    <a:pt x="0" y="0"/>
                  </a:moveTo>
                  <a:lnTo>
                    <a:pt x="3931920" y="0"/>
                  </a:lnTo>
                  <a:lnTo>
                    <a:pt x="3931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9642" b="-896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0" y="-19050"/>
              <a:ext cx="393192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Nguyễn Thành Đạt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12536424" y="6679692"/>
            <a:ext cx="2948940" cy="315468"/>
            <a:chOff x="0" y="0"/>
            <a:chExt cx="3931920" cy="420624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3931920" cy="420624"/>
            </a:xfrm>
            <a:custGeom>
              <a:avLst/>
              <a:gdLst/>
              <a:ahLst/>
              <a:cxnLst/>
              <a:rect l="l" t="t" r="r" b="b"/>
              <a:pathLst>
                <a:path w="3931920" h="420624">
                  <a:moveTo>
                    <a:pt x="0" y="0"/>
                  </a:moveTo>
                  <a:lnTo>
                    <a:pt x="3931920" y="0"/>
                  </a:lnTo>
                  <a:lnTo>
                    <a:pt x="393192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142" b="-13214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0" y="-19050"/>
              <a:ext cx="3931920" cy="4396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b="1">
                  <a:solidFill>
                    <a:srgbClr val="EF444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Calendar / PIN / Backup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1548872" y="7365492"/>
            <a:ext cx="4046220" cy="603504"/>
            <a:chOff x="0" y="0"/>
            <a:chExt cx="5394960" cy="804672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5394960" cy="804672"/>
            </a:xfrm>
            <a:custGeom>
              <a:avLst/>
              <a:gdLst/>
              <a:ahLst/>
              <a:cxnLst/>
              <a:rect l="l" t="t" r="r" b="b"/>
              <a:pathLst>
                <a:path w="5394960" h="804672">
                  <a:moveTo>
                    <a:pt x="0" y="0"/>
                  </a:moveTo>
                  <a:lnTo>
                    <a:pt x="5394960" y="0"/>
                  </a:lnTo>
                  <a:lnTo>
                    <a:pt x="5394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0638" b="-8063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0" y="-19050"/>
              <a:ext cx="5394960" cy="823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Calendar • Security • Backup / Restore</a:t>
              </a:r>
            </a:p>
          </p:txBody>
        </p:sp>
      </p:grpSp>
      <p:sp>
        <p:nvSpPr>
          <p:cNvPr id="146" name="TextBox 146"/>
          <p:cNvSpPr txBox="1"/>
          <p:nvPr/>
        </p:nvSpPr>
        <p:spPr>
          <a:xfrm>
            <a:off x="17076420" y="9691878"/>
            <a:ext cx="54864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65742"/>
            <a:chOff x="0" y="0"/>
            <a:chExt cx="3840480" cy="354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54323"/>
            </a:xfrm>
            <a:custGeom>
              <a:avLst/>
              <a:gdLst/>
              <a:ahLst/>
              <a:cxnLst/>
              <a:rect l="l" t="t" r="r" b="b"/>
              <a:pathLst>
                <a:path w="3840480" h="354323">
                  <a:moveTo>
                    <a:pt x="0" y="0"/>
                  </a:moveTo>
                  <a:lnTo>
                    <a:pt x="3840480" y="0"/>
                  </a:lnTo>
                  <a:lnTo>
                    <a:pt x="384048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744" b="-1576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84048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3B82F6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850392" y="617220"/>
            <a:ext cx="5897880" cy="329184"/>
            <a:chOff x="0" y="0"/>
            <a:chExt cx="7863840" cy="4389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863840" cy="438912"/>
            </a:xfrm>
            <a:custGeom>
              <a:avLst/>
              <a:gdLst/>
              <a:ahLst/>
              <a:cxnLst/>
              <a:rect l="l" t="t" r="r" b="b"/>
              <a:pathLst>
                <a:path w="7863840" h="438912">
                  <a:moveTo>
                    <a:pt x="0" y="0"/>
                  </a:moveTo>
                  <a:lnTo>
                    <a:pt x="7863840" y="0"/>
                  </a:lnTo>
                  <a:lnTo>
                    <a:pt x="7863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9106" b="-29910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863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0392" y="1069848"/>
            <a:ext cx="16322040" cy="822960"/>
            <a:chOff x="0" y="0"/>
            <a:chExt cx="21762720" cy="10972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62720" cy="1097280"/>
            </a:xfrm>
            <a:custGeom>
              <a:avLst/>
              <a:gdLst/>
              <a:ahLst/>
              <a:cxnLst/>
              <a:rect l="l" t="t" r="r" b="b"/>
              <a:pathLst>
                <a:path w="21762720" h="109728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6453" b="-33645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1762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Core Features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0392" y="1947672"/>
            <a:ext cx="16184880" cy="548640"/>
            <a:chOff x="0" y="0"/>
            <a:chExt cx="2157984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157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Các chức năng chính đã có trong ứng dụng hiện tại.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78027" y="2733675"/>
            <a:ext cx="3928110" cy="2378202"/>
            <a:chOff x="0" y="0"/>
            <a:chExt cx="5237480" cy="317093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237480" cy="3170936"/>
            </a:xfrm>
            <a:custGeom>
              <a:avLst/>
              <a:gdLst/>
              <a:ahLst/>
              <a:cxnLst/>
              <a:rect l="l" t="t" r="r" b="b"/>
              <a:pathLst>
                <a:path w="5237480" h="3170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090033" y="0"/>
                  </a:lnTo>
                  <a:cubicBezTo>
                    <a:pt x="5171440" y="0"/>
                    <a:pt x="5237480" y="66040"/>
                    <a:pt x="5237480" y="147447"/>
                  </a:cubicBezTo>
                  <a:lnTo>
                    <a:pt x="5237480" y="3023489"/>
                  </a:lnTo>
                  <a:cubicBezTo>
                    <a:pt x="5237480" y="3104896"/>
                    <a:pt x="5171440" y="3170936"/>
                    <a:pt x="5090033" y="3170936"/>
                  </a:cubicBezTo>
                  <a:lnTo>
                    <a:pt x="147447" y="3170936"/>
                  </a:lnTo>
                  <a:cubicBezTo>
                    <a:pt x="66040" y="3170936"/>
                    <a:pt x="0" y="3104896"/>
                    <a:pt x="0" y="3023489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97483" y="2953131"/>
            <a:ext cx="183642" cy="1939290"/>
            <a:chOff x="0" y="0"/>
            <a:chExt cx="244856" cy="25857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44729" cy="2585720"/>
            </a:xfrm>
            <a:custGeom>
              <a:avLst/>
              <a:gdLst/>
              <a:ahLst/>
              <a:cxnLst/>
              <a:rect l="l" t="t" r="r" b="b"/>
              <a:pathLst>
                <a:path w="244729" h="2585720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2483739"/>
                  </a:lnTo>
                  <a:cubicBezTo>
                    <a:pt x="244729" y="2540127"/>
                    <a:pt x="199009" y="2585720"/>
                    <a:pt x="142748" y="2585720"/>
                  </a:cubicBezTo>
                  <a:lnTo>
                    <a:pt x="101981" y="2585720"/>
                  </a:lnTo>
                  <a:cubicBezTo>
                    <a:pt x="45720" y="2585720"/>
                    <a:pt x="0" y="2540000"/>
                    <a:pt x="0" y="2483739"/>
                  </a:cubicBez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36192" y="3044952"/>
            <a:ext cx="3113532" cy="452428"/>
            <a:chOff x="0" y="0"/>
            <a:chExt cx="4151376" cy="60323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151376" cy="603238"/>
            </a:xfrm>
            <a:custGeom>
              <a:avLst/>
              <a:gdLst/>
              <a:ahLst/>
              <a:cxnLst/>
              <a:rect l="l" t="t" r="r" b="b"/>
              <a:pathLst>
                <a:path w="4151376" h="603238">
                  <a:moveTo>
                    <a:pt x="0" y="0"/>
                  </a:moveTo>
                  <a:lnTo>
                    <a:pt x="4151376" y="0"/>
                  </a:lnTo>
                  <a:lnTo>
                    <a:pt x="4151376" y="603238"/>
                  </a:lnTo>
                  <a:lnTo>
                    <a:pt x="0" y="603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586" b="-8259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4151376" cy="62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Task CRUD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536192" y="3578733"/>
            <a:ext cx="3113532" cy="25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sz="154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• Edit • Delete • Complete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5271135" y="2733675"/>
            <a:ext cx="3928110" cy="2378202"/>
            <a:chOff x="0" y="0"/>
            <a:chExt cx="5237480" cy="317093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237480" cy="3170936"/>
            </a:xfrm>
            <a:custGeom>
              <a:avLst/>
              <a:gdLst/>
              <a:ahLst/>
              <a:cxnLst/>
              <a:rect l="l" t="t" r="r" b="b"/>
              <a:pathLst>
                <a:path w="5237480" h="3170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090033" y="0"/>
                  </a:lnTo>
                  <a:cubicBezTo>
                    <a:pt x="5171440" y="0"/>
                    <a:pt x="5237480" y="66040"/>
                    <a:pt x="5237480" y="147447"/>
                  </a:cubicBezTo>
                  <a:lnTo>
                    <a:pt x="5237480" y="3023489"/>
                  </a:lnTo>
                  <a:cubicBezTo>
                    <a:pt x="5237480" y="3104896"/>
                    <a:pt x="5171440" y="3170936"/>
                    <a:pt x="5090033" y="3170936"/>
                  </a:cubicBezTo>
                  <a:lnTo>
                    <a:pt x="147447" y="3170936"/>
                  </a:lnTo>
                  <a:cubicBezTo>
                    <a:pt x="66040" y="3170936"/>
                    <a:pt x="0" y="3104896"/>
                    <a:pt x="0" y="3023489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490591" y="2953131"/>
            <a:ext cx="183642" cy="1939290"/>
            <a:chOff x="0" y="0"/>
            <a:chExt cx="244856" cy="25857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44729" cy="2585720"/>
            </a:xfrm>
            <a:custGeom>
              <a:avLst/>
              <a:gdLst/>
              <a:ahLst/>
              <a:cxnLst/>
              <a:rect l="l" t="t" r="r" b="b"/>
              <a:pathLst>
                <a:path w="244729" h="2585720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2483739"/>
                  </a:lnTo>
                  <a:cubicBezTo>
                    <a:pt x="244729" y="2540127"/>
                    <a:pt x="199009" y="2585720"/>
                    <a:pt x="142748" y="2585720"/>
                  </a:cubicBezTo>
                  <a:lnTo>
                    <a:pt x="101981" y="2585720"/>
                  </a:lnTo>
                  <a:cubicBezTo>
                    <a:pt x="45720" y="2585720"/>
                    <a:pt x="0" y="2540000"/>
                    <a:pt x="0" y="2483739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829300" y="3044952"/>
            <a:ext cx="3113532" cy="452428"/>
            <a:chOff x="0" y="0"/>
            <a:chExt cx="4151376" cy="60323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151376" cy="603238"/>
            </a:xfrm>
            <a:custGeom>
              <a:avLst/>
              <a:gdLst/>
              <a:ahLst/>
              <a:cxnLst/>
              <a:rect l="l" t="t" r="r" b="b"/>
              <a:pathLst>
                <a:path w="4151376" h="603238">
                  <a:moveTo>
                    <a:pt x="0" y="0"/>
                  </a:moveTo>
                  <a:lnTo>
                    <a:pt x="4151376" y="0"/>
                  </a:lnTo>
                  <a:lnTo>
                    <a:pt x="4151376" y="603238"/>
                  </a:lnTo>
                  <a:lnTo>
                    <a:pt x="0" y="603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586" b="-8259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4151376" cy="62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Filter &amp; Sort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5829300" y="3578733"/>
            <a:ext cx="3113532" cy="25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sz="154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• Priority • Due date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9564243" y="2733675"/>
            <a:ext cx="3928110" cy="2378202"/>
            <a:chOff x="0" y="0"/>
            <a:chExt cx="5237480" cy="317093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237480" cy="3170936"/>
            </a:xfrm>
            <a:custGeom>
              <a:avLst/>
              <a:gdLst/>
              <a:ahLst/>
              <a:cxnLst/>
              <a:rect l="l" t="t" r="r" b="b"/>
              <a:pathLst>
                <a:path w="5237480" h="3170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090033" y="0"/>
                  </a:lnTo>
                  <a:cubicBezTo>
                    <a:pt x="5171440" y="0"/>
                    <a:pt x="5237480" y="66040"/>
                    <a:pt x="5237480" y="147447"/>
                  </a:cubicBezTo>
                  <a:lnTo>
                    <a:pt x="5237480" y="3023489"/>
                  </a:lnTo>
                  <a:cubicBezTo>
                    <a:pt x="5237480" y="3104896"/>
                    <a:pt x="5171440" y="3170936"/>
                    <a:pt x="5090033" y="3170936"/>
                  </a:cubicBezTo>
                  <a:lnTo>
                    <a:pt x="147447" y="3170936"/>
                  </a:lnTo>
                  <a:cubicBezTo>
                    <a:pt x="66040" y="3170936"/>
                    <a:pt x="0" y="3104896"/>
                    <a:pt x="0" y="3023489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783699" y="2953131"/>
            <a:ext cx="183642" cy="1939290"/>
            <a:chOff x="0" y="0"/>
            <a:chExt cx="244856" cy="25857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44729" cy="2585720"/>
            </a:xfrm>
            <a:custGeom>
              <a:avLst/>
              <a:gdLst/>
              <a:ahLst/>
              <a:cxnLst/>
              <a:rect l="l" t="t" r="r" b="b"/>
              <a:pathLst>
                <a:path w="244729" h="2585720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2483739"/>
                  </a:lnTo>
                  <a:cubicBezTo>
                    <a:pt x="244729" y="2540127"/>
                    <a:pt x="199009" y="2585720"/>
                    <a:pt x="142748" y="2585720"/>
                  </a:cubicBezTo>
                  <a:lnTo>
                    <a:pt x="101981" y="2585720"/>
                  </a:lnTo>
                  <a:cubicBezTo>
                    <a:pt x="45720" y="2585720"/>
                    <a:pt x="0" y="2540000"/>
                    <a:pt x="0" y="2483739"/>
                  </a:cubicBez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122408" y="3044952"/>
            <a:ext cx="3113532" cy="452428"/>
            <a:chOff x="0" y="0"/>
            <a:chExt cx="4151376" cy="60323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151376" cy="603238"/>
            </a:xfrm>
            <a:custGeom>
              <a:avLst/>
              <a:gdLst/>
              <a:ahLst/>
              <a:cxnLst/>
              <a:rect l="l" t="t" r="r" b="b"/>
              <a:pathLst>
                <a:path w="4151376" h="603238">
                  <a:moveTo>
                    <a:pt x="0" y="0"/>
                  </a:moveTo>
                  <a:lnTo>
                    <a:pt x="4151376" y="0"/>
                  </a:lnTo>
                  <a:lnTo>
                    <a:pt x="4151376" y="603238"/>
                  </a:lnTo>
                  <a:lnTo>
                    <a:pt x="0" y="603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586" b="-8259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4151376" cy="62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Reminder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0122408" y="3578733"/>
            <a:ext cx="3113532" cy="25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sz="154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Notification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13857351" y="2733675"/>
            <a:ext cx="3928110" cy="2378202"/>
            <a:chOff x="0" y="0"/>
            <a:chExt cx="5237480" cy="317093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237480" cy="3170936"/>
            </a:xfrm>
            <a:custGeom>
              <a:avLst/>
              <a:gdLst/>
              <a:ahLst/>
              <a:cxnLst/>
              <a:rect l="l" t="t" r="r" b="b"/>
              <a:pathLst>
                <a:path w="5237480" h="3170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090033" y="0"/>
                  </a:lnTo>
                  <a:cubicBezTo>
                    <a:pt x="5171440" y="0"/>
                    <a:pt x="5237480" y="66040"/>
                    <a:pt x="5237480" y="147447"/>
                  </a:cubicBezTo>
                  <a:lnTo>
                    <a:pt x="5237480" y="3023489"/>
                  </a:lnTo>
                  <a:cubicBezTo>
                    <a:pt x="5237480" y="3104896"/>
                    <a:pt x="5171440" y="3170936"/>
                    <a:pt x="5090033" y="3170936"/>
                  </a:cubicBezTo>
                  <a:lnTo>
                    <a:pt x="147447" y="3170936"/>
                  </a:lnTo>
                  <a:cubicBezTo>
                    <a:pt x="66040" y="3170936"/>
                    <a:pt x="0" y="3104896"/>
                    <a:pt x="0" y="3023489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4076807" y="2953131"/>
            <a:ext cx="183642" cy="1939290"/>
            <a:chOff x="0" y="0"/>
            <a:chExt cx="244856" cy="25857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44729" cy="2585720"/>
            </a:xfrm>
            <a:custGeom>
              <a:avLst/>
              <a:gdLst/>
              <a:ahLst/>
              <a:cxnLst/>
              <a:rect l="l" t="t" r="r" b="b"/>
              <a:pathLst>
                <a:path w="244729" h="2585720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2483739"/>
                  </a:lnTo>
                  <a:cubicBezTo>
                    <a:pt x="244729" y="2540127"/>
                    <a:pt x="199009" y="2585720"/>
                    <a:pt x="142748" y="2585720"/>
                  </a:cubicBezTo>
                  <a:lnTo>
                    <a:pt x="101981" y="2585720"/>
                  </a:lnTo>
                  <a:cubicBezTo>
                    <a:pt x="45720" y="2585720"/>
                    <a:pt x="0" y="2540000"/>
                    <a:pt x="0" y="2483739"/>
                  </a:cubicBez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4415516" y="3044952"/>
            <a:ext cx="3113532" cy="452428"/>
            <a:chOff x="0" y="0"/>
            <a:chExt cx="4151376" cy="60323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4151376" cy="603238"/>
            </a:xfrm>
            <a:custGeom>
              <a:avLst/>
              <a:gdLst/>
              <a:ahLst/>
              <a:cxnLst/>
              <a:rect l="l" t="t" r="r" b="b"/>
              <a:pathLst>
                <a:path w="4151376" h="603238">
                  <a:moveTo>
                    <a:pt x="0" y="0"/>
                  </a:moveTo>
                  <a:lnTo>
                    <a:pt x="4151376" y="0"/>
                  </a:lnTo>
                  <a:lnTo>
                    <a:pt x="4151376" y="603238"/>
                  </a:lnTo>
                  <a:lnTo>
                    <a:pt x="0" y="603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586" b="-8259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19050"/>
              <a:ext cx="4151376" cy="62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Recurring Task</a:t>
              </a: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4415516" y="3578733"/>
            <a:ext cx="3113532" cy="25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sz="154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• Weekly • Monthly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978027" y="5682615"/>
            <a:ext cx="3928110" cy="2378202"/>
            <a:chOff x="0" y="0"/>
            <a:chExt cx="5237480" cy="317093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237480" cy="3170936"/>
            </a:xfrm>
            <a:custGeom>
              <a:avLst/>
              <a:gdLst/>
              <a:ahLst/>
              <a:cxnLst/>
              <a:rect l="l" t="t" r="r" b="b"/>
              <a:pathLst>
                <a:path w="5237480" h="3170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090033" y="0"/>
                  </a:lnTo>
                  <a:cubicBezTo>
                    <a:pt x="5171440" y="0"/>
                    <a:pt x="5237480" y="66040"/>
                    <a:pt x="5237480" y="147447"/>
                  </a:cubicBezTo>
                  <a:lnTo>
                    <a:pt x="5237480" y="3023489"/>
                  </a:lnTo>
                  <a:cubicBezTo>
                    <a:pt x="5237480" y="3104896"/>
                    <a:pt x="5171440" y="3170936"/>
                    <a:pt x="5090033" y="3170936"/>
                  </a:cubicBezTo>
                  <a:lnTo>
                    <a:pt x="147447" y="3170936"/>
                  </a:lnTo>
                  <a:cubicBezTo>
                    <a:pt x="66040" y="3170936"/>
                    <a:pt x="0" y="3104896"/>
                    <a:pt x="0" y="3023489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197483" y="5902071"/>
            <a:ext cx="183642" cy="1939290"/>
            <a:chOff x="0" y="0"/>
            <a:chExt cx="244856" cy="258572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44729" cy="2585720"/>
            </a:xfrm>
            <a:custGeom>
              <a:avLst/>
              <a:gdLst/>
              <a:ahLst/>
              <a:cxnLst/>
              <a:rect l="l" t="t" r="r" b="b"/>
              <a:pathLst>
                <a:path w="244729" h="2585720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2483739"/>
                  </a:lnTo>
                  <a:cubicBezTo>
                    <a:pt x="244729" y="2540127"/>
                    <a:pt x="199009" y="2585720"/>
                    <a:pt x="142748" y="2585720"/>
                  </a:cubicBezTo>
                  <a:lnTo>
                    <a:pt x="101981" y="2585720"/>
                  </a:lnTo>
                  <a:cubicBezTo>
                    <a:pt x="45720" y="2585720"/>
                    <a:pt x="0" y="2540000"/>
                    <a:pt x="0" y="2483739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536192" y="5993892"/>
            <a:ext cx="3113532" cy="452428"/>
            <a:chOff x="0" y="0"/>
            <a:chExt cx="4151376" cy="60323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151376" cy="603238"/>
            </a:xfrm>
            <a:custGeom>
              <a:avLst/>
              <a:gdLst/>
              <a:ahLst/>
              <a:cxnLst/>
              <a:rect l="l" t="t" r="r" b="b"/>
              <a:pathLst>
                <a:path w="4151376" h="603238">
                  <a:moveTo>
                    <a:pt x="0" y="0"/>
                  </a:moveTo>
                  <a:lnTo>
                    <a:pt x="4151376" y="0"/>
                  </a:lnTo>
                  <a:lnTo>
                    <a:pt x="4151376" y="603238"/>
                  </a:lnTo>
                  <a:lnTo>
                    <a:pt x="0" y="603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586" b="-8259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4151376" cy="62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Calendar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536192" y="6527673"/>
            <a:ext cx="3113532" cy="25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sz="154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Xem task theo ngày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5271135" y="5682615"/>
            <a:ext cx="3928110" cy="2378202"/>
            <a:chOff x="0" y="0"/>
            <a:chExt cx="5237480" cy="3170936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5237480" cy="3170936"/>
            </a:xfrm>
            <a:custGeom>
              <a:avLst/>
              <a:gdLst/>
              <a:ahLst/>
              <a:cxnLst/>
              <a:rect l="l" t="t" r="r" b="b"/>
              <a:pathLst>
                <a:path w="5237480" h="3170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090033" y="0"/>
                  </a:lnTo>
                  <a:cubicBezTo>
                    <a:pt x="5171440" y="0"/>
                    <a:pt x="5237480" y="66040"/>
                    <a:pt x="5237480" y="147447"/>
                  </a:cubicBezTo>
                  <a:lnTo>
                    <a:pt x="5237480" y="3023489"/>
                  </a:lnTo>
                  <a:cubicBezTo>
                    <a:pt x="5237480" y="3104896"/>
                    <a:pt x="5171440" y="3170936"/>
                    <a:pt x="5090033" y="3170936"/>
                  </a:cubicBezTo>
                  <a:lnTo>
                    <a:pt x="147447" y="3170936"/>
                  </a:lnTo>
                  <a:cubicBezTo>
                    <a:pt x="66040" y="3170936"/>
                    <a:pt x="0" y="3104896"/>
                    <a:pt x="0" y="3023489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490591" y="5902071"/>
            <a:ext cx="183642" cy="1939290"/>
            <a:chOff x="0" y="0"/>
            <a:chExt cx="244856" cy="258572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44729" cy="2585720"/>
            </a:xfrm>
            <a:custGeom>
              <a:avLst/>
              <a:gdLst/>
              <a:ahLst/>
              <a:cxnLst/>
              <a:rect l="l" t="t" r="r" b="b"/>
              <a:pathLst>
                <a:path w="244729" h="2585720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2483739"/>
                  </a:lnTo>
                  <a:cubicBezTo>
                    <a:pt x="244729" y="2540127"/>
                    <a:pt x="199009" y="2585720"/>
                    <a:pt x="142748" y="2585720"/>
                  </a:cubicBezTo>
                  <a:lnTo>
                    <a:pt x="101981" y="2585720"/>
                  </a:lnTo>
                  <a:cubicBezTo>
                    <a:pt x="45720" y="2585720"/>
                    <a:pt x="0" y="2540000"/>
                    <a:pt x="0" y="2483739"/>
                  </a:cubicBezTo>
                  <a:close/>
                </a:path>
              </a:pathLst>
            </a:custGeom>
            <a:solidFill>
              <a:srgbClr val="A78BFA"/>
            </a:solidFill>
            <a:ln w="19050" cap="sq">
              <a:solidFill>
                <a:srgbClr val="A78BF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829300" y="5993892"/>
            <a:ext cx="3113532" cy="452428"/>
            <a:chOff x="0" y="0"/>
            <a:chExt cx="4151376" cy="603238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151376" cy="603238"/>
            </a:xfrm>
            <a:custGeom>
              <a:avLst/>
              <a:gdLst/>
              <a:ahLst/>
              <a:cxnLst/>
              <a:rect l="l" t="t" r="r" b="b"/>
              <a:pathLst>
                <a:path w="4151376" h="603238">
                  <a:moveTo>
                    <a:pt x="0" y="0"/>
                  </a:moveTo>
                  <a:lnTo>
                    <a:pt x="4151376" y="0"/>
                  </a:lnTo>
                  <a:lnTo>
                    <a:pt x="4151376" y="603238"/>
                  </a:lnTo>
                  <a:lnTo>
                    <a:pt x="0" y="603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586" b="-8259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19050"/>
              <a:ext cx="4151376" cy="62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Timeline</a:t>
              </a:r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5829300" y="6527673"/>
            <a:ext cx="3113532" cy="25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sz="154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 dõi task theo thời gian</a:t>
            </a:r>
          </a:p>
        </p:txBody>
      </p:sp>
      <p:grpSp>
        <p:nvGrpSpPr>
          <p:cNvPr id="98" name="Group 98"/>
          <p:cNvGrpSpPr/>
          <p:nvPr/>
        </p:nvGrpSpPr>
        <p:grpSpPr>
          <a:xfrm>
            <a:off x="9564243" y="5682615"/>
            <a:ext cx="3928110" cy="2378202"/>
            <a:chOff x="0" y="0"/>
            <a:chExt cx="5237480" cy="3170936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5237480" cy="3170936"/>
            </a:xfrm>
            <a:custGeom>
              <a:avLst/>
              <a:gdLst/>
              <a:ahLst/>
              <a:cxnLst/>
              <a:rect l="l" t="t" r="r" b="b"/>
              <a:pathLst>
                <a:path w="5237480" h="3170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090033" y="0"/>
                  </a:lnTo>
                  <a:cubicBezTo>
                    <a:pt x="5171440" y="0"/>
                    <a:pt x="5237480" y="66040"/>
                    <a:pt x="5237480" y="147447"/>
                  </a:cubicBezTo>
                  <a:lnTo>
                    <a:pt x="5237480" y="3023489"/>
                  </a:lnTo>
                  <a:cubicBezTo>
                    <a:pt x="5237480" y="3104896"/>
                    <a:pt x="5171440" y="3170936"/>
                    <a:pt x="5090033" y="3170936"/>
                  </a:cubicBezTo>
                  <a:lnTo>
                    <a:pt x="147447" y="3170936"/>
                  </a:lnTo>
                  <a:cubicBezTo>
                    <a:pt x="66040" y="3170936"/>
                    <a:pt x="0" y="3104896"/>
                    <a:pt x="0" y="3023489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783699" y="5902071"/>
            <a:ext cx="183642" cy="1939290"/>
            <a:chOff x="0" y="0"/>
            <a:chExt cx="244856" cy="258572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244729" cy="2585720"/>
            </a:xfrm>
            <a:custGeom>
              <a:avLst/>
              <a:gdLst/>
              <a:ahLst/>
              <a:cxnLst/>
              <a:rect l="l" t="t" r="r" b="b"/>
              <a:pathLst>
                <a:path w="244729" h="2585720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2483739"/>
                  </a:lnTo>
                  <a:cubicBezTo>
                    <a:pt x="244729" y="2540127"/>
                    <a:pt x="199009" y="2585720"/>
                    <a:pt x="142748" y="2585720"/>
                  </a:cubicBezTo>
                  <a:lnTo>
                    <a:pt x="101981" y="2585720"/>
                  </a:lnTo>
                  <a:cubicBezTo>
                    <a:pt x="45720" y="2585720"/>
                    <a:pt x="0" y="2540000"/>
                    <a:pt x="0" y="2483739"/>
                  </a:cubicBez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0122408" y="5993892"/>
            <a:ext cx="3113532" cy="452428"/>
            <a:chOff x="0" y="0"/>
            <a:chExt cx="4151376" cy="603238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4151376" cy="603238"/>
            </a:xfrm>
            <a:custGeom>
              <a:avLst/>
              <a:gdLst/>
              <a:ahLst/>
              <a:cxnLst/>
              <a:rect l="l" t="t" r="r" b="b"/>
              <a:pathLst>
                <a:path w="4151376" h="603238">
                  <a:moveTo>
                    <a:pt x="0" y="0"/>
                  </a:moveTo>
                  <a:lnTo>
                    <a:pt x="4151376" y="0"/>
                  </a:lnTo>
                  <a:lnTo>
                    <a:pt x="4151376" y="603238"/>
                  </a:lnTo>
                  <a:lnTo>
                    <a:pt x="0" y="603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586" b="-8259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19050"/>
              <a:ext cx="4151376" cy="62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PIN Security</a:t>
              </a:r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10122408" y="6527673"/>
            <a:ext cx="3113532" cy="25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sz="154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Bảo vệ khi mở app</a:t>
            </a:r>
          </a:p>
        </p:txBody>
      </p:sp>
      <p:grpSp>
        <p:nvGrpSpPr>
          <p:cNvPr id="106" name="Group 106"/>
          <p:cNvGrpSpPr/>
          <p:nvPr/>
        </p:nvGrpSpPr>
        <p:grpSpPr>
          <a:xfrm>
            <a:off x="13857351" y="5682615"/>
            <a:ext cx="3928110" cy="2378202"/>
            <a:chOff x="0" y="0"/>
            <a:chExt cx="5237480" cy="3170936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5237480" cy="3170936"/>
            </a:xfrm>
            <a:custGeom>
              <a:avLst/>
              <a:gdLst/>
              <a:ahLst/>
              <a:cxnLst/>
              <a:rect l="l" t="t" r="r" b="b"/>
              <a:pathLst>
                <a:path w="5237480" h="317093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090033" y="0"/>
                  </a:lnTo>
                  <a:cubicBezTo>
                    <a:pt x="5171440" y="0"/>
                    <a:pt x="5237480" y="66040"/>
                    <a:pt x="5237480" y="147447"/>
                  </a:cubicBezTo>
                  <a:lnTo>
                    <a:pt x="5237480" y="3023489"/>
                  </a:lnTo>
                  <a:cubicBezTo>
                    <a:pt x="5237480" y="3104896"/>
                    <a:pt x="5171440" y="3170936"/>
                    <a:pt x="5090033" y="3170936"/>
                  </a:cubicBezTo>
                  <a:lnTo>
                    <a:pt x="147447" y="3170936"/>
                  </a:lnTo>
                  <a:cubicBezTo>
                    <a:pt x="66040" y="3170936"/>
                    <a:pt x="0" y="3104896"/>
                    <a:pt x="0" y="3023489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4076807" y="5902071"/>
            <a:ext cx="183642" cy="1939290"/>
            <a:chOff x="0" y="0"/>
            <a:chExt cx="244856" cy="258572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244729" cy="2585720"/>
            </a:xfrm>
            <a:custGeom>
              <a:avLst/>
              <a:gdLst/>
              <a:ahLst/>
              <a:cxnLst/>
              <a:rect l="l" t="t" r="r" b="b"/>
              <a:pathLst>
                <a:path w="244729" h="2585720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2483739"/>
                  </a:lnTo>
                  <a:cubicBezTo>
                    <a:pt x="244729" y="2540127"/>
                    <a:pt x="199009" y="2585720"/>
                    <a:pt x="142748" y="2585720"/>
                  </a:cubicBezTo>
                  <a:lnTo>
                    <a:pt x="101981" y="2585720"/>
                  </a:lnTo>
                  <a:cubicBezTo>
                    <a:pt x="45720" y="2585720"/>
                    <a:pt x="0" y="2540000"/>
                    <a:pt x="0" y="2483739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4415516" y="5993892"/>
            <a:ext cx="3113532" cy="452428"/>
            <a:chOff x="0" y="0"/>
            <a:chExt cx="4151376" cy="603238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4151376" cy="603238"/>
            </a:xfrm>
            <a:custGeom>
              <a:avLst/>
              <a:gdLst/>
              <a:ahLst/>
              <a:cxnLst/>
              <a:rect l="l" t="t" r="r" b="b"/>
              <a:pathLst>
                <a:path w="4151376" h="603238">
                  <a:moveTo>
                    <a:pt x="0" y="0"/>
                  </a:moveTo>
                  <a:lnTo>
                    <a:pt x="4151376" y="0"/>
                  </a:lnTo>
                  <a:lnTo>
                    <a:pt x="4151376" y="603238"/>
                  </a:lnTo>
                  <a:lnTo>
                    <a:pt x="0" y="603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586" b="-8259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19050"/>
              <a:ext cx="4151376" cy="62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Backup / Restore</a:t>
              </a:r>
            </a:p>
          </p:txBody>
        </p:sp>
      </p:grpSp>
      <p:sp>
        <p:nvSpPr>
          <p:cNvPr id="113" name="TextBox 113"/>
          <p:cNvSpPr txBox="1"/>
          <p:nvPr/>
        </p:nvSpPr>
        <p:spPr>
          <a:xfrm>
            <a:off x="14415516" y="6527673"/>
            <a:ext cx="3113532" cy="254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sz="154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• Portable ZIP • Attachment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7076420" y="9691878"/>
            <a:ext cx="54864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65742"/>
            <a:chOff x="0" y="0"/>
            <a:chExt cx="3840480" cy="354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54323"/>
            </a:xfrm>
            <a:custGeom>
              <a:avLst/>
              <a:gdLst/>
              <a:ahLst/>
              <a:cxnLst/>
              <a:rect l="l" t="t" r="r" b="b"/>
              <a:pathLst>
                <a:path w="3840480" h="354323">
                  <a:moveTo>
                    <a:pt x="0" y="0"/>
                  </a:moveTo>
                  <a:lnTo>
                    <a:pt x="3840480" y="0"/>
                  </a:lnTo>
                  <a:lnTo>
                    <a:pt x="384048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744" b="-1576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84048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3B82F6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850392" y="617220"/>
            <a:ext cx="5897880" cy="329184"/>
            <a:chOff x="0" y="0"/>
            <a:chExt cx="7863840" cy="4389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863840" cy="438912"/>
            </a:xfrm>
            <a:custGeom>
              <a:avLst/>
              <a:gdLst/>
              <a:ahLst/>
              <a:cxnLst/>
              <a:rect l="l" t="t" r="r" b="b"/>
              <a:pathLst>
                <a:path w="7863840" h="438912">
                  <a:moveTo>
                    <a:pt x="0" y="0"/>
                  </a:moveTo>
                  <a:lnTo>
                    <a:pt x="7863840" y="0"/>
                  </a:lnTo>
                  <a:lnTo>
                    <a:pt x="7863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9106" b="-29910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863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0392" y="1069848"/>
            <a:ext cx="16322040" cy="822960"/>
            <a:chOff x="0" y="0"/>
            <a:chExt cx="21762720" cy="10972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62720" cy="1097280"/>
            </a:xfrm>
            <a:custGeom>
              <a:avLst/>
              <a:gdLst/>
              <a:ahLst/>
              <a:cxnLst/>
              <a:rect l="l" t="t" r="r" b="b"/>
              <a:pathLst>
                <a:path w="21762720" h="109728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6453" b="-33645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1762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App Screens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0392" y="1947672"/>
            <a:ext cx="16184880" cy="548640"/>
            <a:chOff x="0" y="0"/>
            <a:chExt cx="2157984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157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Giao diện thật của ứng dụng — tập trung vào luồng sử dụng chính.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75170" y="2662238"/>
            <a:ext cx="2767965" cy="5511165"/>
            <a:chOff x="0" y="0"/>
            <a:chExt cx="3690620" cy="73482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690620" cy="7348220"/>
            </a:xfrm>
            <a:custGeom>
              <a:avLst/>
              <a:gdLst/>
              <a:ahLst/>
              <a:cxnLst/>
              <a:rect l="l" t="t" r="r" b="b"/>
              <a:pathLst>
                <a:path w="3690620" h="734822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3469132" y="0"/>
                  </a:lnTo>
                  <a:cubicBezTo>
                    <a:pt x="3591433" y="0"/>
                    <a:pt x="3690620" y="99187"/>
                    <a:pt x="3690620" y="221488"/>
                  </a:cubicBezTo>
                  <a:lnTo>
                    <a:pt x="3690620" y="7126732"/>
                  </a:lnTo>
                  <a:cubicBezTo>
                    <a:pt x="3690620" y="7249033"/>
                    <a:pt x="3591433" y="7348220"/>
                    <a:pt x="3469132" y="7348220"/>
                  </a:cubicBezTo>
                  <a:lnTo>
                    <a:pt x="221488" y="7348220"/>
                  </a:lnTo>
                  <a:cubicBezTo>
                    <a:pt x="99187" y="7348220"/>
                    <a:pt x="0" y="7249033"/>
                    <a:pt x="0" y="7126732"/>
                  </a:cubicBezTo>
                  <a:close/>
                </a:path>
              </a:pathLst>
            </a:custGeom>
            <a:solidFill>
              <a:srgbClr val="05070D"/>
            </a:solidFill>
            <a:ln w="24765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910715" y="2761107"/>
            <a:ext cx="896874" cy="128778"/>
            <a:chOff x="0" y="0"/>
            <a:chExt cx="1195832" cy="17170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95832" cy="171704"/>
            </a:xfrm>
            <a:custGeom>
              <a:avLst/>
              <a:gdLst/>
              <a:ahLst/>
              <a:cxnLst/>
              <a:rect l="l" t="t" r="r" b="b"/>
              <a:pathLst>
                <a:path w="1195832" h="171704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31443" y="0"/>
                  </a:lnTo>
                  <a:cubicBezTo>
                    <a:pt x="1167003" y="0"/>
                    <a:pt x="1195832" y="28829"/>
                    <a:pt x="1195832" y="64389"/>
                  </a:cubicBezTo>
                  <a:lnTo>
                    <a:pt x="1195832" y="107315"/>
                  </a:lnTo>
                  <a:cubicBezTo>
                    <a:pt x="1195832" y="142875"/>
                    <a:pt x="1167003" y="171704"/>
                    <a:pt x="1131443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111827"/>
            </a:solidFill>
            <a:ln w="19050" cap="sq">
              <a:solidFill>
                <a:srgbClr val="111827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52144" y="2904249"/>
            <a:ext cx="2414016" cy="5068291"/>
            <a:chOff x="0" y="0"/>
            <a:chExt cx="3218688" cy="6757721"/>
          </a:xfrm>
        </p:grpSpPr>
        <p:sp>
          <p:nvSpPr>
            <p:cNvPr id="55" name="Freeform 55" descr="/mnt/data/ghostwriter_images/context/8cbaf247-2bff-5360-99cf-0b3a3622ae91.png"/>
            <p:cNvSpPr/>
            <p:nvPr/>
          </p:nvSpPr>
          <p:spPr>
            <a:xfrm>
              <a:off x="0" y="0"/>
              <a:ext cx="3218688" cy="6757670"/>
            </a:xfrm>
            <a:custGeom>
              <a:avLst/>
              <a:gdLst/>
              <a:ahLst/>
              <a:cxnLst/>
              <a:rect l="l" t="t" r="r" b="b"/>
              <a:pathLst>
                <a:path w="3218688" h="6757670">
                  <a:moveTo>
                    <a:pt x="0" y="0"/>
                  </a:moveTo>
                  <a:lnTo>
                    <a:pt x="3218688" y="0"/>
                  </a:lnTo>
                  <a:lnTo>
                    <a:pt x="3218688" y="6757670"/>
                  </a:lnTo>
                  <a:lnTo>
                    <a:pt x="0" y="6757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87552" y="8270748"/>
            <a:ext cx="2743200" cy="301752"/>
            <a:chOff x="0" y="0"/>
            <a:chExt cx="3657600" cy="40233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657600" cy="402336"/>
            </a:xfrm>
            <a:custGeom>
              <a:avLst/>
              <a:gdLst/>
              <a:ahLst/>
              <a:cxnLst/>
              <a:rect l="l" t="t" r="r" b="b"/>
              <a:pathLst>
                <a:path w="3657600" h="402336">
                  <a:moveTo>
                    <a:pt x="0" y="0"/>
                  </a:moveTo>
                  <a:lnTo>
                    <a:pt x="3657600" y="0"/>
                  </a:lnTo>
                  <a:lnTo>
                    <a:pt x="36576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136" b="-12713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3657600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D8E2F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Tasks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131118" y="2662238"/>
            <a:ext cx="2767965" cy="5511165"/>
            <a:chOff x="0" y="0"/>
            <a:chExt cx="3690620" cy="73482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690620" cy="7348220"/>
            </a:xfrm>
            <a:custGeom>
              <a:avLst/>
              <a:gdLst/>
              <a:ahLst/>
              <a:cxnLst/>
              <a:rect l="l" t="t" r="r" b="b"/>
              <a:pathLst>
                <a:path w="3690620" h="734822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3469132" y="0"/>
                  </a:lnTo>
                  <a:cubicBezTo>
                    <a:pt x="3591433" y="0"/>
                    <a:pt x="3690620" y="99187"/>
                    <a:pt x="3690620" y="221488"/>
                  </a:cubicBezTo>
                  <a:lnTo>
                    <a:pt x="3690620" y="7126732"/>
                  </a:lnTo>
                  <a:cubicBezTo>
                    <a:pt x="3690620" y="7249033"/>
                    <a:pt x="3591433" y="7348220"/>
                    <a:pt x="3469132" y="7348220"/>
                  </a:cubicBezTo>
                  <a:lnTo>
                    <a:pt x="221488" y="7348220"/>
                  </a:lnTo>
                  <a:cubicBezTo>
                    <a:pt x="99187" y="7348220"/>
                    <a:pt x="0" y="7249033"/>
                    <a:pt x="0" y="7126732"/>
                  </a:cubicBezTo>
                  <a:close/>
                </a:path>
              </a:pathLst>
            </a:custGeom>
            <a:solidFill>
              <a:srgbClr val="05070D"/>
            </a:solidFill>
            <a:ln w="24765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66663" y="2761107"/>
            <a:ext cx="896874" cy="128778"/>
            <a:chOff x="0" y="0"/>
            <a:chExt cx="1195832" cy="17170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195832" cy="171704"/>
            </a:xfrm>
            <a:custGeom>
              <a:avLst/>
              <a:gdLst/>
              <a:ahLst/>
              <a:cxnLst/>
              <a:rect l="l" t="t" r="r" b="b"/>
              <a:pathLst>
                <a:path w="1195832" h="171704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31443" y="0"/>
                  </a:lnTo>
                  <a:cubicBezTo>
                    <a:pt x="1167003" y="0"/>
                    <a:pt x="1195832" y="28829"/>
                    <a:pt x="1195832" y="64389"/>
                  </a:cubicBezTo>
                  <a:lnTo>
                    <a:pt x="1195832" y="107315"/>
                  </a:lnTo>
                  <a:cubicBezTo>
                    <a:pt x="1195832" y="142875"/>
                    <a:pt x="1167003" y="171704"/>
                    <a:pt x="1131443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111827"/>
            </a:solidFill>
            <a:ln w="19050" cap="sq">
              <a:solidFill>
                <a:srgbClr val="111827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308092" y="2899915"/>
            <a:ext cx="2414016" cy="5076958"/>
            <a:chOff x="0" y="0"/>
            <a:chExt cx="3218688" cy="6769278"/>
          </a:xfrm>
        </p:grpSpPr>
        <p:sp>
          <p:nvSpPr>
            <p:cNvPr id="64" name="Freeform 64" descr="/mnt/data/ghostwriter_images/context/856a32a5-c1e2-5e94-9189-b2f32c4314a7.png"/>
            <p:cNvSpPr/>
            <p:nvPr/>
          </p:nvSpPr>
          <p:spPr>
            <a:xfrm>
              <a:off x="0" y="0"/>
              <a:ext cx="3218688" cy="6769227"/>
            </a:xfrm>
            <a:custGeom>
              <a:avLst/>
              <a:gdLst/>
              <a:ahLst/>
              <a:cxnLst/>
              <a:rect l="l" t="t" r="r" b="b"/>
              <a:pathLst>
                <a:path w="3218688" h="6769227">
                  <a:moveTo>
                    <a:pt x="0" y="0"/>
                  </a:moveTo>
                  <a:lnTo>
                    <a:pt x="3218688" y="0"/>
                  </a:lnTo>
                  <a:lnTo>
                    <a:pt x="3218688" y="6769227"/>
                  </a:lnTo>
                  <a:lnTo>
                    <a:pt x="0" y="6769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143500" y="8270748"/>
            <a:ext cx="2743200" cy="301752"/>
            <a:chOff x="0" y="0"/>
            <a:chExt cx="3657600" cy="40233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657600" cy="402336"/>
            </a:xfrm>
            <a:custGeom>
              <a:avLst/>
              <a:gdLst/>
              <a:ahLst/>
              <a:cxnLst/>
              <a:rect l="l" t="t" r="r" b="b"/>
              <a:pathLst>
                <a:path w="3657600" h="402336">
                  <a:moveTo>
                    <a:pt x="0" y="0"/>
                  </a:moveTo>
                  <a:lnTo>
                    <a:pt x="3657600" y="0"/>
                  </a:lnTo>
                  <a:lnTo>
                    <a:pt x="36576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136" b="-12713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3657600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D8E2F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Add / Edit Task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287066" y="2662238"/>
            <a:ext cx="2767965" cy="5511165"/>
            <a:chOff x="0" y="0"/>
            <a:chExt cx="3690620" cy="73482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690620" cy="7348220"/>
            </a:xfrm>
            <a:custGeom>
              <a:avLst/>
              <a:gdLst/>
              <a:ahLst/>
              <a:cxnLst/>
              <a:rect l="l" t="t" r="r" b="b"/>
              <a:pathLst>
                <a:path w="3690620" h="734822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3469132" y="0"/>
                  </a:lnTo>
                  <a:cubicBezTo>
                    <a:pt x="3591433" y="0"/>
                    <a:pt x="3690620" y="99187"/>
                    <a:pt x="3690620" y="221488"/>
                  </a:cubicBezTo>
                  <a:lnTo>
                    <a:pt x="3690620" y="7126732"/>
                  </a:lnTo>
                  <a:cubicBezTo>
                    <a:pt x="3690620" y="7249033"/>
                    <a:pt x="3591433" y="7348220"/>
                    <a:pt x="3469132" y="7348220"/>
                  </a:cubicBezTo>
                  <a:lnTo>
                    <a:pt x="221488" y="7348220"/>
                  </a:lnTo>
                  <a:cubicBezTo>
                    <a:pt x="99187" y="7348220"/>
                    <a:pt x="0" y="7249033"/>
                    <a:pt x="0" y="7126732"/>
                  </a:cubicBezTo>
                  <a:close/>
                </a:path>
              </a:pathLst>
            </a:custGeom>
            <a:solidFill>
              <a:srgbClr val="05070D"/>
            </a:solidFill>
            <a:ln w="2476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222611" y="2761107"/>
            <a:ext cx="896874" cy="128778"/>
            <a:chOff x="0" y="0"/>
            <a:chExt cx="1195832" cy="17170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195832" cy="171704"/>
            </a:xfrm>
            <a:custGeom>
              <a:avLst/>
              <a:gdLst/>
              <a:ahLst/>
              <a:cxnLst/>
              <a:rect l="l" t="t" r="r" b="b"/>
              <a:pathLst>
                <a:path w="1195832" h="171704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31443" y="0"/>
                  </a:lnTo>
                  <a:cubicBezTo>
                    <a:pt x="1167003" y="0"/>
                    <a:pt x="1195832" y="28829"/>
                    <a:pt x="1195832" y="64389"/>
                  </a:cubicBezTo>
                  <a:lnTo>
                    <a:pt x="1195832" y="107315"/>
                  </a:lnTo>
                  <a:cubicBezTo>
                    <a:pt x="1195832" y="142875"/>
                    <a:pt x="1167003" y="171704"/>
                    <a:pt x="1131443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111827"/>
            </a:solidFill>
            <a:ln w="19050" cap="sq">
              <a:solidFill>
                <a:srgbClr val="111827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464040" y="2919051"/>
            <a:ext cx="2414016" cy="5038687"/>
            <a:chOff x="0" y="0"/>
            <a:chExt cx="3218688" cy="671824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218688" cy="6718300"/>
            </a:xfrm>
            <a:custGeom>
              <a:avLst/>
              <a:gdLst/>
              <a:ahLst/>
              <a:cxnLst/>
              <a:rect l="l" t="t" r="r" b="b"/>
              <a:pathLst>
                <a:path w="3218688" h="6718300">
                  <a:moveTo>
                    <a:pt x="0" y="0"/>
                  </a:moveTo>
                  <a:lnTo>
                    <a:pt x="3218688" y="0"/>
                  </a:lnTo>
                  <a:lnTo>
                    <a:pt x="3218688" y="6718300"/>
                  </a:lnTo>
                  <a:lnTo>
                    <a:pt x="0" y="6718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515" b="-2515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299448" y="8270748"/>
            <a:ext cx="2743200" cy="301752"/>
            <a:chOff x="0" y="0"/>
            <a:chExt cx="3657600" cy="40233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3657600" cy="402336"/>
            </a:xfrm>
            <a:custGeom>
              <a:avLst/>
              <a:gdLst/>
              <a:ahLst/>
              <a:cxnLst/>
              <a:rect l="l" t="t" r="r" b="b"/>
              <a:pathLst>
                <a:path w="3657600" h="402336">
                  <a:moveTo>
                    <a:pt x="0" y="0"/>
                  </a:moveTo>
                  <a:lnTo>
                    <a:pt x="3657600" y="0"/>
                  </a:lnTo>
                  <a:lnTo>
                    <a:pt x="36576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136" b="-12713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19050"/>
              <a:ext cx="3657600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D8E2F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Calendar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3443013" y="2662238"/>
            <a:ext cx="2767965" cy="5511165"/>
            <a:chOff x="0" y="0"/>
            <a:chExt cx="3690620" cy="734822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690620" cy="7348220"/>
            </a:xfrm>
            <a:custGeom>
              <a:avLst/>
              <a:gdLst/>
              <a:ahLst/>
              <a:cxnLst/>
              <a:rect l="l" t="t" r="r" b="b"/>
              <a:pathLst>
                <a:path w="3690620" h="734822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3469132" y="0"/>
                  </a:lnTo>
                  <a:cubicBezTo>
                    <a:pt x="3591433" y="0"/>
                    <a:pt x="3690620" y="99187"/>
                    <a:pt x="3690620" y="221488"/>
                  </a:cubicBezTo>
                  <a:lnTo>
                    <a:pt x="3690620" y="7126732"/>
                  </a:lnTo>
                  <a:cubicBezTo>
                    <a:pt x="3690620" y="7249033"/>
                    <a:pt x="3591433" y="7348220"/>
                    <a:pt x="3469132" y="7348220"/>
                  </a:cubicBezTo>
                  <a:lnTo>
                    <a:pt x="221488" y="7348220"/>
                  </a:lnTo>
                  <a:cubicBezTo>
                    <a:pt x="99187" y="7348220"/>
                    <a:pt x="0" y="7249033"/>
                    <a:pt x="0" y="7126732"/>
                  </a:cubicBezTo>
                  <a:close/>
                </a:path>
              </a:pathLst>
            </a:custGeom>
            <a:solidFill>
              <a:srgbClr val="05070D"/>
            </a:solidFill>
            <a:ln w="24765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378559" y="2761107"/>
            <a:ext cx="896874" cy="128778"/>
            <a:chOff x="0" y="0"/>
            <a:chExt cx="1195832" cy="17170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195832" cy="171704"/>
            </a:xfrm>
            <a:custGeom>
              <a:avLst/>
              <a:gdLst/>
              <a:ahLst/>
              <a:cxnLst/>
              <a:rect l="l" t="t" r="r" b="b"/>
              <a:pathLst>
                <a:path w="1195832" h="171704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131443" y="0"/>
                  </a:lnTo>
                  <a:cubicBezTo>
                    <a:pt x="1167003" y="0"/>
                    <a:pt x="1195832" y="28829"/>
                    <a:pt x="1195832" y="64389"/>
                  </a:cubicBezTo>
                  <a:lnTo>
                    <a:pt x="1195832" y="107315"/>
                  </a:lnTo>
                  <a:cubicBezTo>
                    <a:pt x="1195832" y="142875"/>
                    <a:pt x="1167003" y="171704"/>
                    <a:pt x="1131443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111827"/>
            </a:solidFill>
            <a:ln w="19050" cap="sq">
              <a:solidFill>
                <a:srgbClr val="111827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3619988" y="2948416"/>
            <a:ext cx="2414016" cy="4979965"/>
            <a:chOff x="0" y="0"/>
            <a:chExt cx="3218688" cy="6639954"/>
          </a:xfrm>
        </p:grpSpPr>
        <p:sp>
          <p:nvSpPr>
            <p:cNvPr id="82" name="Freeform 82" descr="/mnt/data/ghostwriter_images/context/2486ad34-3c1e-52bc-b725-b9a44efa8f86.png"/>
            <p:cNvSpPr/>
            <p:nvPr/>
          </p:nvSpPr>
          <p:spPr>
            <a:xfrm>
              <a:off x="0" y="0"/>
              <a:ext cx="3218688" cy="6639941"/>
            </a:xfrm>
            <a:custGeom>
              <a:avLst/>
              <a:gdLst/>
              <a:ahLst/>
              <a:cxnLst/>
              <a:rect l="l" t="t" r="r" b="b"/>
              <a:pathLst>
                <a:path w="3218688" h="6639941">
                  <a:moveTo>
                    <a:pt x="0" y="0"/>
                  </a:moveTo>
                  <a:lnTo>
                    <a:pt x="3218688" y="0"/>
                  </a:lnTo>
                  <a:lnTo>
                    <a:pt x="3218688" y="6639941"/>
                  </a:lnTo>
                  <a:lnTo>
                    <a:pt x="0" y="6639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455396" y="8270748"/>
            <a:ext cx="2743200" cy="301752"/>
            <a:chOff x="0" y="0"/>
            <a:chExt cx="3657600" cy="40233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657600" cy="402336"/>
            </a:xfrm>
            <a:custGeom>
              <a:avLst/>
              <a:gdLst/>
              <a:ahLst/>
              <a:cxnLst/>
              <a:rect l="l" t="t" r="r" b="b"/>
              <a:pathLst>
                <a:path w="3657600" h="402336">
                  <a:moveTo>
                    <a:pt x="0" y="0"/>
                  </a:moveTo>
                  <a:lnTo>
                    <a:pt x="3657600" y="0"/>
                  </a:lnTo>
                  <a:lnTo>
                    <a:pt x="36576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136" b="-12713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19050"/>
              <a:ext cx="3657600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D8E2F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Settings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24915" y="8796147"/>
            <a:ext cx="1733550" cy="485394"/>
            <a:chOff x="0" y="0"/>
            <a:chExt cx="2311400" cy="64719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311400" cy="647192"/>
            </a:xfrm>
            <a:custGeom>
              <a:avLst/>
              <a:gdLst/>
              <a:ahLst/>
              <a:cxnLst/>
              <a:rect l="l" t="t" r="r" b="b"/>
              <a:pathLst>
                <a:path w="231140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2159127" y="0"/>
                  </a:lnTo>
                  <a:cubicBezTo>
                    <a:pt x="2243201" y="0"/>
                    <a:pt x="2311400" y="68199"/>
                    <a:pt x="2311400" y="152273"/>
                  </a:cubicBezTo>
                  <a:lnTo>
                    <a:pt x="2311400" y="494919"/>
                  </a:lnTo>
                  <a:cubicBezTo>
                    <a:pt x="2311400" y="578993"/>
                    <a:pt x="2243201" y="647192"/>
                    <a:pt x="215912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7C3AED">
                <a:alpha val="4706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357884" y="8887968"/>
            <a:ext cx="1467612" cy="278918"/>
            <a:chOff x="0" y="0"/>
            <a:chExt cx="1956816" cy="37189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956816" cy="371890"/>
            </a:xfrm>
            <a:custGeom>
              <a:avLst/>
              <a:gdLst/>
              <a:ahLst/>
              <a:cxnLst/>
              <a:rect l="l" t="t" r="r" b="b"/>
              <a:pathLst>
                <a:path w="1956816" h="371890">
                  <a:moveTo>
                    <a:pt x="0" y="0"/>
                  </a:moveTo>
                  <a:lnTo>
                    <a:pt x="1956816" y="0"/>
                  </a:lnTo>
                  <a:lnTo>
                    <a:pt x="195681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350" b="-5170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19050"/>
              <a:ext cx="195681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Tasks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449443" y="8796147"/>
            <a:ext cx="2213610" cy="485394"/>
            <a:chOff x="0" y="0"/>
            <a:chExt cx="2951480" cy="647192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2951480" cy="647192"/>
            </a:xfrm>
            <a:custGeom>
              <a:avLst/>
              <a:gdLst/>
              <a:ahLst/>
              <a:cxnLst/>
              <a:rect l="l" t="t" r="r" b="b"/>
              <a:pathLst>
                <a:path w="295148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2799207" y="0"/>
                  </a:lnTo>
                  <a:cubicBezTo>
                    <a:pt x="2883281" y="0"/>
                    <a:pt x="2951480" y="68199"/>
                    <a:pt x="2951480" y="152273"/>
                  </a:cubicBezTo>
                  <a:lnTo>
                    <a:pt x="2951480" y="494919"/>
                  </a:lnTo>
                  <a:cubicBezTo>
                    <a:pt x="2951480" y="578993"/>
                    <a:pt x="2883281" y="647192"/>
                    <a:pt x="279920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3B82F6">
                <a:alpha val="4706"/>
              </a:srgbClr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582412" y="8887968"/>
            <a:ext cx="1947672" cy="278918"/>
            <a:chOff x="0" y="0"/>
            <a:chExt cx="2596896" cy="37189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2596896" cy="371890"/>
            </a:xfrm>
            <a:custGeom>
              <a:avLst/>
              <a:gdLst/>
              <a:ahLst/>
              <a:cxnLst/>
              <a:rect l="l" t="t" r="r" b="b"/>
              <a:pathLst>
                <a:path w="2596896" h="371890">
                  <a:moveTo>
                    <a:pt x="0" y="0"/>
                  </a:moveTo>
                  <a:lnTo>
                    <a:pt x="2596896" y="0"/>
                  </a:lnTo>
                  <a:lnTo>
                    <a:pt x="259689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6887" b="-8523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19050"/>
              <a:ext cx="259689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Task Form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9660255" y="8796147"/>
            <a:ext cx="2007870" cy="485394"/>
            <a:chOff x="0" y="0"/>
            <a:chExt cx="2677160" cy="647192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2677160" cy="647192"/>
            </a:xfrm>
            <a:custGeom>
              <a:avLst/>
              <a:gdLst/>
              <a:ahLst/>
              <a:cxnLst/>
              <a:rect l="l" t="t" r="r" b="b"/>
              <a:pathLst>
                <a:path w="267716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2524887" y="0"/>
                  </a:lnTo>
                  <a:cubicBezTo>
                    <a:pt x="2608961" y="0"/>
                    <a:pt x="2677160" y="68199"/>
                    <a:pt x="2677160" y="152273"/>
                  </a:cubicBezTo>
                  <a:lnTo>
                    <a:pt x="2677160" y="494919"/>
                  </a:lnTo>
                  <a:cubicBezTo>
                    <a:pt x="2677160" y="578993"/>
                    <a:pt x="2608961" y="647192"/>
                    <a:pt x="252488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22D3EE">
                <a:alpha val="4706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793224" y="8887968"/>
            <a:ext cx="1741932" cy="278918"/>
            <a:chOff x="0" y="0"/>
            <a:chExt cx="2322576" cy="37189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2322576" cy="371890"/>
            </a:xfrm>
            <a:custGeom>
              <a:avLst/>
              <a:gdLst/>
              <a:ahLst/>
              <a:cxnLst/>
              <a:rect l="l" t="t" r="r" b="b"/>
              <a:pathLst>
                <a:path w="2322576" h="371890">
                  <a:moveTo>
                    <a:pt x="0" y="0"/>
                  </a:moveTo>
                  <a:lnTo>
                    <a:pt x="2322576" y="0"/>
                  </a:lnTo>
                  <a:lnTo>
                    <a:pt x="232257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514" b="-7086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19050"/>
              <a:ext cx="232257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Calendar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3802487" y="8796147"/>
            <a:ext cx="2007870" cy="485394"/>
            <a:chOff x="0" y="0"/>
            <a:chExt cx="2677160" cy="64719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677160" cy="647192"/>
            </a:xfrm>
            <a:custGeom>
              <a:avLst/>
              <a:gdLst/>
              <a:ahLst/>
              <a:cxnLst/>
              <a:rect l="l" t="t" r="r" b="b"/>
              <a:pathLst>
                <a:path w="267716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2524887" y="0"/>
                  </a:lnTo>
                  <a:cubicBezTo>
                    <a:pt x="2608961" y="0"/>
                    <a:pt x="2677160" y="68199"/>
                    <a:pt x="2677160" y="152273"/>
                  </a:cubicBezTo>
                  <a:lnTo>
                    <a:pt x="2677160" y="494919"/>
                  </a:lnTo>
                  <a:cubicBezTo>
                    <a:pt x="2677160" y="578993"/>
                    <a:pt x="2608961" y="647192"/>
                    <a:pt x="252488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F59E0B">
                <a:alpha val="4706"/>
              </a:srgbClr>
            </a:solidFill>
            <a:ln w="19050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3935456" y="8887968"/>
            <a:ext cx="1741932" cy="278918"/>
            <a:chOff x="0" y="0"/>
            <a:chExt cx="2322576" cy="37189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2322576" cy="371890"/>
            </a:xfrm>
            <a:custGeom>
              <a:avLst/>
              <a:gdLst/>
              <a:ahLst/>
              <a:cxnLst/>
              <a:rect l="l" t="t" r="r" b="b"/>
              <a:pathLst>
                <a:path w="2322576" h="371890">
                  <a:moveTo>
                    <a:pt x="0" y="0"/>
                  </a:moveTo>
                  <a:lnTo>
                    <a:pt x="2322576" y="0"/>
                  </a:lnTo>
                  <a:lnTo>
                    <a:pt x="232257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514" b="-7086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0" y="-19050"/>
              <a:ext cx="232257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Settings</a:t>
              </a:r>
            </a:p>
          </p:txBody>
        </p:sp>
      </p:grpSp>
      <p:sp>
        <p:nvSpPr>
          <p:cNvPr id="106" name="TextBox 106"/>
          <p:cNvSpPr txBox="1"/>
          <p:nvPr/>
        </p:nvSpPr>
        <p:spPr>
          <a:xfrm>
            <a:off x="17076420" y="9691878"/>
            <a:ext cx="54864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65742"/>
            <a:chOff x="0" y="0"/>
            <a:chExt cx="3840480" cy="354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54323"/>
            </a:xfrm>
            <a:custGeom>
              <a:avLst/>
              <a:gdLst/>
              <a:ahLst/>
              <a:cxnLst/>
              <a:rect l="l" t="t" r="r" b="b"/>
              <a:pathLst>
                <a:path w="3840480" h="354323">
                  <a:moveTo>
                    <a:pt x="0" y="0"/>
                  </a:moveTo>
                  <a:lnTo>
                    <a:pt x="3840480" y="0"/>
                  </a:lnTo>
                  <a:lnTo>
                    <a:pt x="384048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744" b="-1576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84048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3B82F6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850392" y="617220"/>
            <a:ext cx="5897880" cy="329184"/>
            <a:chOff x="0" y="0"/>
            <a:chExt cx="7863840" cy="4389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863840" cy="438912"/>
            </a:xfrm>
            <a:custGeom>
              <a:avLst/>
              <a:gdLst/>
              <a:ahLst/>
              <a:cxnLst/>
              <a:rect l="l" t="t" r="r" b="b"/>
              <a:pathLst>
                <a:path w="7863840" h="438912">
                  <a:moveTo>
                    <a:pt x="0" y="0"/>
                  </a:moveTo>
                  <a:lnTo>
                    <a:pt x="7863840" y="0"/>
                  </a:lnTo>
                  <a:lnTo>
                    <a:pt x="7863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9106" b="-29910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863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0392" y="1069848"/>
            <a:ext cx="16322040" cy="822960"/>
            <a:chOff x="0" y="0"/>
            <a:chExt cx="21762720" cy="10972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62720" cy="1097280"/>
            </a:xfrm>
            <a:custGeom>
              <a:avLst/>
              <a:gdLst/>
              <a:ahLst/>
              <a:cxnLst/>
              <a:rect l="l" t="t" r="r" b="b"/>
              <a:pathLst>
                <a:path w="21762720" h="109728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6453" b="-33645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1762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 Stack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0392" y="1947672"/>
            <a:ext cx="16184880" cy="548640"/>
            <a:chOff x="0" y="0"/>
            <a:chExt cx="2157984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157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Công nghệ được sử dụng trong source hiện tại.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60323" y="2706243"/>
            <a:ext cx="7631430" cy="1253490"/>
            <a:chOff x="0" y="0"/>
            <a:chExt cx="10175240" cy="16713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175240" cy="1671320"/>
            </a:xfrm>
            <a:custGeom>
              <a:avLst/>
              <a:gdLst/>
              <a:ahLst/>
              <a:cxnLst/>
              <a:rect l="l" t="t" r="r" b="b"/>
              <a:pathLst>
                <a:path w="10175240" h="16713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10026650" y="0"/>
                  </a:lnTo>
                  <a:cubicBezTo>
                    <a:pt x="10108692" y="0"/>
                    <a:pt x="10175240" y="66548"/>
                    <a:pt x="10175240" y="148590"/>
                  </a:cubicBezTo>
                  <a:lnTo>
                    <a:pt x="10175240" y="1522730"/>
                  </a:lnTo>
                  <a:cubicBezTo>
                    <a:pt x="10175240" y="1604772"/>
                    <a:pt x="10108692" y="1671320"/>
                    <a:pt x="1002665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34643" y="2980563"/>
            <a:ext cx="677418" cy="677418"/>
            <a:chOff x="0" y="0"/>
            <a:chExt cx="903224" cy="90322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03224" cy="903224"/>
            </a:xfrm>
            <a:custGeom>
              <a:avLst/>
              <a:gdLst/>
              <a:ahLst/>
              <a:cxnLst/>
              <a:rect l="l" t="t" r="r" b="b"/>
              <a:pathLst>
                <a:path w="903224" h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7C3AED">
                <a:alpha val="90196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249424" y="2935224"/>
            <a:ext cx="3634740" cy="390199"/>
            <a:chOff x="0" y="0"/>
            <a:chExt cx="4846320" cy="52026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846320" cy="520266"/>
            </a:xfrm>
            <a:custGeom>
              <a:avLst/>
              <a:gdLst/>
              <a:ahLst/>
              <a:cxnLst/>
              <a:rect l="l" t="t" r="r" b="b"/>
              <a:pathLst>
                <a:path w="4846320" h="520266">
                  <a:moveTo>
                    <a:pt x="0" y="0"/>
                  </a:moveTo>
                  <a:lnTo>
                    <a:pt x="4846320" y="0"/>
                  </a:lnTo>
                  <a:lnTo>
                    <a:pt x="4846320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292" b="-13071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4846320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Kotlin + Android SDK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27548" y="2976372"/>
            <a:ext cx="2743200" cy="342900"/>
            <a:chOff x="0" y="0"/>
            <a:chExt cx="3657600" cy="4572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365760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Ngôn ngữ &amp; nền tảng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632823" y="2706243"/>
            <a:ext cx="7631430" cy="1253490"/>
            <a:chOff x="0" y="0"/>
            <a:chExt cx="10175240" cy="16713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175240" cy="1671320"/>
            </a:xfrm>
            <a:custGeom>
              <a:avLst/>
              <a:gdLst/>
              <a:ahLst/>
              <a:cxnLst/>
              <a:rect l="l" t="t" r="r" b="b"/>
              <a:pathLst>
                <a:path w="10175240" h="16713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10026650" y="0"/>
                  </a:lnTo>
                  <a:cubicBezTo>
                    <a:pt x="10108692" y="0"/>
                    <a:pt x="10175240" y="66548"/>
                    <a:pt x="10175240" y="148590"/>
                  </a:cubicBezTo>
                  <a:lnTo>
                    <a:pt x="10175240" y="1522730"/>
                  </a:lnTo>
                  <a:cubicBezTo>
                    <a:pt x="10175240" y="1604772"/>
                    <a:pt x="10108692" y="1671320"/>
                    <a:pt x="1002665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907143" y="2980563"/>
            <a:ext cx="677418" cy="677418"/>
            <a:chOff x="0" y="0"/>
            <a:chExt cx="903224" cy="90322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03224" cy="903224"/>
            </a:xfrm>
            <a:custGeom>
              <a:avLst/>
              <a:gdLst/>
              <a:ahLst/>
              <a:cxnLst/>
              <a:rect l="l" t="t" r="r" b="b"/>
              <a:pathLst>
                <a:path w="903224" h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3B82F6">
                <a:alpha val="90196"/>
              </a:srgbClr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0821924" y="2935224"/>
            <a:ext cx="3634740" cy="390199"/>
            <a:chOff x="0" y="0"/>
            <a:chExt cx="4846320" cy="52026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846320" cy="520266"/>
            </a:xfrm>
            <a:custGeom>
              <a:avLst/>
              <a:gdLst/>
              <a:ahLst/>
              <a:cxnLst/>
              <a:rect l="l" t="t" r="r" b="b"/>
              <a:pathLst>
                <a:path w="4846320" h="520266">
                  <a:moveTo>
                    <a:pt x="0" y="0"/>
                  </a:moveTo>
                  <a:lnTo>
                    <a:pt x="4846320" y="0"/>
                  </a:lnTo>
                  <a:lnTo>
                    <a:pt x="4846320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292" b="-13071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4846320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XML + ViewBinding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4100048" y="2976372"/>
            <a:ext cx="2743200" cy="342900"/>
            <a:chOff x="0" y="0"/>
            <a:chExt cx="3657600" cy="4572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365760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Giao diện Views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60323" y="4297299"/>
            <a:ext cx="7631430" cy="1253490"/>
            <a:chOff x="0" y="0"/>
            <a:chExt cx="10175240" cy="167132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0175240" cy="1671320"/>
            </a:xfrm>
            <a:custGeom>
              <a:avLst/>
              <a:gdLst/>
              <a:ahLst/>
              <a:cxnLst/>
              <a:rect l="l" t="t" r="r" b="b"/>
              <a:pathLst>
                <a:path w="10175240" h="16713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10026650" y="0"/>
                  </a:lnTo>
                  <a:cubicBezTo>
                    <a:pt x="10108692" y="0"/>
                    <a:pt x="10175240" y="66548"/>
                    <a:pt x="10175240" y="148590"/>
                  </a:cubicBezTo>
                  <a:lnTo>
                    <a:pt x="10175240" y="1522730"/>
                  </a:lnTo>
                  <a:cubicBezTo>
                    <a:pt x="10175240" y="1604772"/>
                    <a:pt x="10108692" y="1671320"/>
                    <a:pt x="1002665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334643" y="4571619"/>
            <a:ext cx="677418" cy="677418"/>
            <a:chOff x="0" y="0"/>
            <a:chExt cx="903224" cy="90322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903224" cy="903224"/>
            </a:xfrm>
            <a:custGeom>
              <a:avLst/>
              <a:gdLst/>
              <a:ahLst/>
              <a:cxnLst/>
              <a:rect l="l" t="t" r="r" b="b"/>
              <a:pathLst>
                <a:path w="903224" h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22D3EE">
                <a:alpha val="90196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2249424" y="4526280"/>
            <a:ext cx="3634740" cy="390199"/>
            <a:chOff x="0" y="0"/>
            <a:chExt cx="4846320" cy="52026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846320" cy="520266"/>
            </a:xfrm>
            <a:custGeom>
              <a:avLst/>
              <a:gdLst/>
              <a:ahLst/>
              <a:cxnLst/>
              <a:rect l="l" t="t" r="r" b="b"/>
              <a:pathLst>
                <a:path w="4846320" h="520266">
                  <a:moveTo>
                    <a:pt x="0" y="0"/>
                  </a:moveTo>
                  <a:lnTo>
                    <a:pt x="4846320" y="0"/>
                  </a:lnTo>
                  <a:lnTo>
                    <a:pt x="4846320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292" b="-13071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19050"/>
              <a:ext cx="4846320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MVVM + Repository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527548" y="4567428"/>
            <a:ext cx="2743200" cy="342900"/>
            <a:chOff x="0" y="0"/>
            <a:chExt cx="3657600" cy="4572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19050"/>
              <a:ext cx="365760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Tách UI / state / data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632823" y="4297299"/>
            <a:ext cx="7631430" cy="1253490"/>
            <a:chOff x="0" y="0"/>
            <a:chExt cx="10175240" cy="167132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0175240" cy="1671320"/>
            </a:xfrm>
            <a:custGeom>
              <a:avLst/>
              <a:gdLst/>
              <a:ahLst/>
              <a:cxnLst/>
              <a:rect l="l" t="t" r="r" b="b"/>
              <a:pathLst>
                <a:path w="10175240" h="16713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10026650" y="0"/>
                  </a:lnTo>
                  <a:cubicBezTo>
                    <a:pt x="10108692" y="0"/>
                    <a:pt x="10175240" y="66548"/>
                    <a:pt x="10175240" y="148590"/>
                  </a:cubicBezTo>
                  <a:lnTo>
                    <a:pt x="10175240" y="1522730"/>
                  </a:lnTo>
                  <a:cubicBezTo>
                    <a:pt x="10175240" y="1604772"/>
                    <a:pt x="10108692" y="1671320"/>
                    <a:pt x="1002665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907143" y="4571619"/>
            <a:ext cx="677418" cy="677418"/>
            <a:chOff x="0" y="0"/>
            <a:chExt cx="903224" cy="90322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903224" cy="903224"/>
            </a:xfrm>
            <a:custGeom>
              <a:avLst/>
              <a:gdLst/>
              <a:ahLst/>
              <a:cxnLst/>
              <a:rect l="l" t="t" r="r" b="b"/>
              <a:pathLst>
                <a:path w="903224" h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22C55E">
                <a:alpha val="90196"/>
              </a:srgbClr>
            </a:solidFill>
            <a:ln w="19050" cap="sq">
              <a:solidFill>
                <a:srgbClr val="22C55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0821924" y="4526280"/>
            <a:ext cx="3634740" cy="390199"/>
            <a:chOff x="0" y="0"/>
            <a:chExt cx="4846320" cy="52026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4846320" cy="520266"/>
            </a:xfrm>
            <a:custGeom>
              <a:avLst/>
              <a:gdLst/>
              <a:ahLst/>
              <a:cxnLst/>
              <a:rect l="l" t="t" r="r" b="b"/>
              <a:pathLst>
                <a:path w="4846320" h="520266">
                  <a:moveTo>
                    <a:pt x="0" y="0"/>
                  </a:moveTo>
                  <a:lnTo>
                    <a:pt x="4846320" y="0"/>
                  </a:lnTo>
                  <a:lnTo>
                    <a:pt x="4846320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292" b="-13071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19050"/>
              <a:ext cx="4846320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Room Database v5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4100048" y="4567428"/>
            <a:ext cx="2743200" cy="342900"/>
            <a:chOff x="0" y="0"/>
            <a:chExt cx="3657600" cy="4572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365760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Local persistence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060323" y="5888355"/>
            <a:ext cx="7631430" cy="1253490"/>
            <a:chOff x="0" y="0"/>
            <a:chExt cx="10175240" cy="167132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0175240" cy="1671320"/>
            </a:xfrm>
            <a:custGeom>
              <a:avLst/>
              <a:gdLst/>
              <a:ahLst/>
              <a:cxnLst/>
              <a:rect l="l" t="t" r="r" b="b"/>
              <a:pathLst>
                <a:path w="10175240" h="16713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10026650" y="0"/>
                  </a:lnTo>
                  <a:cubicBezTo>
                    <a:pt x="10108692" y="0"/>
                    <a:pt x="10175240" y="66548"/>
                    <a:pt x="10175240" y="148590"/>
                  </a:cubicBezTo>
                  <a:lnTo>
                    <a:pt x="10175240" y="1522730"/>
                  </a:lnTo>
                  <a:cubicBezTo>
                    <a:pt x="10175240" y="1604772"/>
                    <a:pt x="10108692" y="1671320"/>
                    <a:pt x="1002665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334643" y="6162675"/>
            <a:ext cx="677418" cy="677418"/>
            <a:chOff x="0" y="0"/>
            <a:chExt cx="903224" cy="90322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903224" cy="903224"/>
            </a:xfrm>
            <a:custGeom>
              <a:avLst/>
              <a:gdLst/>
              <a:ahLst/>
              <a:cxnLst/>
              <a:rect l="l" t="t" r="r" b="b"/>
              <a:pathLst>
                <a:path w="903224" h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F59E0B">
                <a:alpha val="90196"/>
              </a:srgbClr>
            </a:solidFill>
            <a:ln w="19050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2249424" y="6117336"/>
            <a:ext cx="3634740" cy="390199"/>
            <a:chOff x="0" y="0"/>
            <a:chExt cx="4846320" cy="52026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846320" cy="520266"/>
            </a:xfrm>
            <a:custGeom>
              <a:avLst/>
              <a:gdLst/>
              <a:ahLst/>
              <a:cxnLst/>
              <a:rect l="l" t="t" r="r" b="b"/>
              <a:pathLst>
                <a:path w="4846320" h="520266">
                  <a:moveTo>
                    <a:pt x="0" y="0"/>
                  </a:moveTo>
                  <a:lnTo>
                    <a:pt x="4846320" y="0"/>
                  </a:lnTo>
                  <a:lnTo>
                    <a:pt x="4846320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292" b="-13071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19050"/>
              <a:ext cx="4846320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DataStore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5527548" y="6158484"/>
            <a:ext cx="2743200" cy="342900"/>
            <a:chOff x="0" y="0"/>
            <a:chExt cx="3657600" cy="4572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365760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Cấu hình &amp; PIN settings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632823" y="5888355"/>
            <a:ext cx="7631430" cy="1253490"/>
            <a:chOff x="0" y="0"/>
            <a:chExt cx="10175240" cy="167132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0175240" cy="1671320"/>
            </a:xfrm>
            <a:custGeom>
              <a:avLst/>
              <a:gdLst/>
              <a:ahLst/>
              <a:cxnLst/>
              <a:rect l="l" t="t" r="r" b="b"/>
              <a:pathLst>
                <a:path w="10175240" h="16713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10026650" y="0"/>
                  </a:lnTo>
                  <a:cubicBezTo>
                    <a:pt x="10108692" y="0"/>
                    <a:pt x="10175240" y="66548"/>
                    <a:pt x="10175240" y="148590"/>
                  </a:cubicBezTo>
                  <a:lnTo>
                    <a:pt x="10175240" y="1522730"/>
                  </a:lnTo>
                  <a:cubicBezTo>
                    <a:pt x="10175240" y="1604772"/>
                    <a:pt x="10108692" y="1671320"/>
                    <a:pt x="1002665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907143" y="6162675"/>
            <a:ext cx="677418" cy="677418"/>
            <a:chOff x="0" y="0"/>
            <a:chExt cx="903224" cy="903224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903224" cy="903224"/>
            </a:xfrm>
            <a:custGeom>
              <a:avLst/>
              <a:gdLst/>
              <a:ahLst/>
              <a:cxnLst/>
              <a:rect l="l" t="t" r="r" b="b"/>
              <a:pathLst>
                <a:path w="903224" h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EF4444">
                <a:alpha val="90196"/>
              </a:srgbClr>
            </a:solidFill>
            <a:ln w="19050" cap="sq">
              <a:solidFill>
                <a:srgbClr val="EF4444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0821924" y="6117336"/>
            <a:ext cx="3634740" cy="390199"/>
            <a:chOff x="0" y="0"/>
            <a:chExt cx="4846320" cy="520266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4846320" cy="520266"/>
            </a:xfrm>
            <a:custGeom>
              <a:avLst/>
              <a:gdLst/>
              <a:ahLst/>
              <a:cxnLst/>
              <a:rect l="l" t="t" r="r" b="b"/>
              <a:pathLst>
                <a:path w="4846320" h="520266">
                  <a:moveTo>
                    <a:pt x="0" y="0"/>
                  </a:moveTo>
                  <a:lnTo>
                    <a:pt x="4846320" y="0"/>
                  </a:lnTo>
                  <a:lnTo>
                    <a:pt x="4846320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292" b="-13071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19050"/>
              <a:ext cx="4846320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AlarmManager + Receiver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4100048" y="6158484"/>
            <a:ext cx="2743200" cy="342900"/>
            <a:chOff x="0" y="0"/>
            <a:chExt cx="3657600" cy="45720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0" y="-19050"/>
              <a:ext cx="365760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Reminder &amp; reschedule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060323" y="7479411"/>
            <a:ext cx="7631430" cy="1253490"/>
            <a:chOff x="0" y="0"/>
            <a:chExt cx="10175240" cy="167132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0175240" cy="1671320"/>
            </a:xfrm>
            <a:custGeom>
              <a:avLst/>
              <a:gdLst/>
              <a:ahLst/>
              <a:cxnLst/>
              <a:rect l="l" t="t" r="r" b="b"/>
              <a:pathLst>
                <a:path w="10175240" h="16713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10026650" y="0"/>
                  </a:lnTo>
                  <a:cubicBezTo>
                    <a:pt x="10108692" y="0"/>
                    <a:pt x="10175240" y="66548"/>
                    <a:pt x="10175240" y="148590"/>
                  </a:cubicBezTo>
                  <a:lnTo>
                    <a:pt x="10175240" y="1522730"/>
                  </a:lnTo>
                  <a:cubicBezTo>
                    <a:pt x="10175240" y="1604772"/>
                    <a:pt x="10108692" y="1671320"/>
                    <a:pt x="1002665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334643" y="7753731"/>
            <a:ext cx="677418" cy="677418"/>
            <a:chOff x="0" y="0"/>
            <a:chExt cx="903224" cy="903224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903224" cy="903224"/>
            </a:xfrm>
            <a:custGeom>
              <a:avLst/>
              <a:gdLst/>
              <a:ahLst/>
              <a:cxnLst/>
              <a:rect l="l" t="t" r="r" b="b"/>
              <a:pathLst>
                <a:path w="903224" h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A78BFA">
                <a:alpha val="90196"/>
              </a:srgbClr>
            </a:solidFill>
            <a:ln w="19050" cap="sq">
              <a:solidFill>
                <a:srgbClr val="A78BF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2249424" y="7708392"/>
            <a:ext cx="3634740" cy="390199"/>
            <a:chOff x="0" y="0"/>
            <a:chExt cx="4846320" cy="520266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4846320" cy="520266"/>
            </a:xfrm>
            <a:custGeom>
              <a:avLst/>
              <a:gdLst/>
              <a:ahLst/>
              <a:cxnLst/>
              <a:rect l="l" t="t" r="r" b="b"/>
              <a:pathLst>
                <a:path w="4846320" h="520266">
                  <a:moveTo>
                    <a:pt x="0" y="0"/>
                  </a:moveTo>
                  <a:lnTo>
                    <a:pt x="4846320" y="0"/>
                  </a:lnTo>
                  <a:lnTo>
                    <a:pt x="4846320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292" b="-13071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0" y="-19050"/>
              <a:ext cx="4846320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SAF + FileProvider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5527548" y="7749540"/>
            <a:ext cx="2743200" cy="342900"/>
            <a:chOff x="0" y="0"/>
            <a:chExt cx="3657600" cy="457200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0" y="-19050"/>
              <a:ext cx="365760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Attachment &amp; file access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9632823" y="7479411"/>
            <a:ext cx="7631430" cy="1253490"/>
            <a:chOff x="0" y="0"/>
            <a:chExt cx="10175240" cy="1671320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10175240" cy="1671320"/>
            </a:xfrm>
            <a:custGeom>
              <a:avLst/>
              <a:gdLst/>
              <a:ahLst/>
              <a:cxnLst/>
              <a:rect l="l" t="t" r="r" b="b"/>
              <a:pathLst>
                <a:path w="10175240" h="16713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10026650" y="0"/>
                  </a:lnTo>
                  <a:cubicBezTo>
                    <a:pt x="10108692" y="0"/>
                    <a:pt x="10175240" y="66548"/>
                    <a:pt x="10175240" y="148590"/>
                  </a:cubicBezTo>
                  <a:lnTo>
                    <a:pt x="10175240" y="1522730"/>
                  </a:lnTo>
                  <a:cubicBezTo>
                    <a:pt x="10175240" y="1604772"/>
                    <a:pt x="10108692" y="1671320"/>
                    <a:pt x="1002665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9907143" y="7753731"/>
            <a:ext cx="677418" cy="677418"/>
            <a:chOff x="0" y="0"/>
            <a:chExt cx="903224" cy="903224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903224" cy="903224"/>
            </a:xfrm>
            <a:custGeom>
              <a:avLst/>
              <a:gdLst/>
              <a:ahLst/>
              <a:cxnLst/>
              <a:rect l="l" t="t" r="r" b="b"/>
              <a:pathLst>
                <a:path w="903224" h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3B82F6">
                <a:alpha val="90196"/>
              </a:srgbClr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0821924" y="7708392"/>
            <a:ext cx="3634740" cy="390199"/>
            <a:chOff x="0" y="0"/>
            <a:chExt cx="4846320" cy="520266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4846320" cy="520266"/>
            </a:xfrm>
            <a:custGeom>
              <a:avLst/>
              <a:gdLst/>
              <a:ahLst/>
              <a:cxnLst/>
              <a:rect l="l" t="t" r="r" b="b"/>
              <a:pathLst>
                <a:path w="4846320" h="520266">
                  <a:moveTo>
                    <a:pt x="0" y="0"/>
                  </a:moveTo>
                  <a:lnTo>
                    <a:pt x="4846320" y="0"/>
                  </a:lnTo>
                  <a:lnTo>
                    <a:pt x="4846320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292" b="-13071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0" y="-19050"/>
              <a:ext cx="4846320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JUnit / Espresso / Room Testing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4100048" y="7749540"/>
            <a:ext cx="2743200" cy="342900"/>
            <a:chOff x="0" y="0"/>
            <a:chExt cx="3657600" cy="457200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3657600" cy="457200"/>
            </a:xfrm>
            <a:custGeom>
              <a:avLst/>
              <a:gdLst/>
              <a:ahLst/>
              <a:cxnLst/>
              <a:rect l="l" t="t" r="r" b="b"/>
              <a:pathLst>
                <a:path w="3657600" h="4572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0" y="-19050"/>
              <a:ext cx="365760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709"/>
                </a:lnSpc>
              </a:pPr>
              <a:r>
                <a:rPr lang="en-US" sz="142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Automated tests</a:t>
              </a:r>
            </a:p>
          </p:txBody>
        </p:sp>
      </p:grpSp>
      <p:sp>
        <p:nvSpPr>
          <p:cNvPr id="130" name="TextBox 130"/>
          <p:cNvSpPr txBox="1"/>
          <p:nvPr/>
        </p:nvSpPr>
        <p:spPr>
          <a:xfrm>
            <a:off x="17076420" y="9691878"/>
            <a:ext cx="54864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65742"/>
            <a:chOff x="0" y="0"/>
            <a:chExt cx="3840480" cy="354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54323"/>
            </a:xfrm>
            <a:custGeom>
              <a:avLst/>
              <a:gdLst/>
              <a:ahLst/>
              <a:cxnLst/>
              <a:rect l="l" t="t" r="r" b="b"/>
              <a:pathLst>
                <a:path w="3840480" h="354323">
                  <a:moveTo>
                    <a:pt x="0" y="0"/>
                  </a:moveTo>
                  <a:lnTo>
                    <a:pt x="3840480" y="0"/>
                  </a:lnTo>
                  <a:lnTo>
                    <a:pt x="384048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744" b="-1576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84048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3B82F6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850392" y="617220"/>
            <a:ext cx="5897880" cy="329184"/>
            <a:chOff x="0" y="0"/>
            <a:chExt cx="7863840" cy="4389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863840" cy="438912"/>
            </a:xfrm>
            <a:custGeom>
              <a:avLst/>
              <a:gdLst/>
              <a:ahLst/>
              <a:cxnLst/>
              <a:rect l="l" t="t" r="r" b="b"/>
              <a:pathLst>
                <a:path w="7863840" h="438912">
                  <a:moveTo>
                    <a:pt x="0" y="0"/>
                  </a:moveTo>
                  <a:lnTo>
                    <a:pt x="7863840" y="0"/>
                  </a:lnTo>
                  <a:lnTo>
                    <a:pt x="7863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9106" b="-29910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863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06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0392" y="1069848"/>
            <a:ext cx="16322040" cy="822960"/>
            <a:chOff x="0" y="0"/>
            <a:chExt cx="21762720" cy="10972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62720" cy="1097280"/>
            </a:xfrm>
            <a:custGeom>
              <a:avLst/>
              <a:gdLst/>
              <a:ahLst/>
              <a:cxnLst/>
              <a:rect l="l" t="t" r="r" b="b"/>
              <a:pathLst>
                <a:path w="21762720" h="109728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6453" b="-33645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1762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MVVM + Repository Architecture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0392" y="1947672"/>
            <a:ext cx="16184880" cy="548640"/>
            <a:chOff x="0" y="0"/>
            <a:chExt cx="2157984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157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Luồng dữ liệu rõ ràng, tách trách nhiệm giữa UI, state và data.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91590" y="2560168"/>
            <a:ext cx="10515600" cy="1229868"/>
            <a:chOff x="0" y="0"/>
            <a:chExt cx="14020800" cy="163982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4020800" cy="1639824"/>
            </a:xfrm>
            <a:custGeom>
              <a:avLst/>
              <a:gdLst/>
              <a:ahLst/>
              <a:cxnLst/>
              <a:rect l="l" t="t" r="r" b="b"/>
              <a:pathLst>
                <a:path w="14020800" h="1639824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3871702" y="0"/>
                  </a:lnTo>
                  <a:cubicBezTo>
                    <a:pt x="13953998" y="0"/>
                    <a:pt x="14020800" y="66802"/>
                    <a:pt x="14020800" y="149098"/>
                  </a:cubicBezTo>
                  <a:lnTo>
                    <a:pt x="14020800" y="1490726"/>
                  </a:lnTo>
                  <a:cubicBezTo>
                    <a:pt x="14020800" y="1573022"/>
                    <a:pt x="13953998" y="1639824"/>
                    <a:pt x="13871702" y="1639824"/>
                  </a:cubicBezTo>
                  <a:lnTo>
                    <a:pt x="149098" y="1639824"/>
                  </a:lnTo>
                  <a:cubicBezTo>
                    <a:pt x="66802" y="1639824"/>
                    <a:pt x="0" y="1573022"/>
                    <a:pt x="0" y="1490726"/>
                  </a:cubicBezTo>
                  <a:close/>
                </a:path>
              </a:pathLst>
            </a:custGeom>
            <a:solidFill>
              <a:srgbClr val="151E33">
                <a:alpha val="93725"/>
              </a:srgbClr>
            </a:solidFill>
            <a:ln w="2286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645920" y="2791054"/>
            <a:ext cx="3223260" cy="390199"/>
            <a:chOff x="0" y="0"/>
            <a:chExt cx="4297680" cy="52026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297680" cy="520266"/>
            </a:xfrm>
            <a:custGeom>
              <a:avLst/>
              <a:gdLst/>
              <a:ahLst/>
              <a:cxnLst/>
              <a:rect l="l" t="t" r="r" b="b"/>
              <a:pathLst>
                <a:path w="4297680" h="520266">
                  <a:moveTo>
                    <a:pt x="0" y="0"/>
                  </a:moveTo>
                  <a:lnTo>
                    <a:pt x="4297680" y="0"/>
                  </a:lnTo>
                  <a:lnTo>
                    <a:pt x="4297680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017" b="-10489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4297680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7C3AE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UI LAYER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869180" y="2818486"/>
            <a:ext cx="6377940" cy="342900"/>
            <a:chOff x="0" y="0"/>
            <a:chExt cx="8503920" cy="4572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503920" cy="457200"/>
            </a:xfrm>
            <a:custGeom>
              <a:avLst/>
              <a:gdLst/>
              <a:ahLst/>
              <a:cxnLst/>
              <a:rect l="l" t="t" r="r" b="b"/>
              <a:pathLst>
                <a:path w="8503920" h="457200">
                  <a:moveTo>
                    <a:pt x="0" y="0"/>
                  </a:moveTo>
                  <a:lnTo>
                    <a:pt x="8503920" y="0"/>
                  </a:lnTo>
                  <a:lnTo>
                    <a:pt x="85039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2421" b="-31242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850392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54"/>
                </a:lnSpc>
              </a:pPr>
              <a:r>
                <a:rPr lang="en-US" sz="1545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Fragments • XML • ViewBinding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998083" y="3810229"/>
            <a:ext cx="1047750" cy="403098"/>
            <a:chOff x="0" y="0"/>
            <a:chExt cx="1397000" cy="53746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397000" cy="537464"/>
            </a:xfrm>
            <a:custGeom>
              <a:avLst/>
              <a:gdLst/>
              <a:ahLst/>
              <a:cxnLst/>
              <a:rect l="l" t="t" r="r" b="b"/>
              <a:pathLst>
                <a:path w="1397000" h="537464">
                  <a:moveTo>
                    <a:pt x="0" y="0"/>
                  </a:moveTo>
                  <a:lnTo>
                    <a:pt x="1128268" y="0"/>
                  </a:lnTo>
                  <a:lnTo>
                    <a:pt x="1397000" y="268732"/>
                  </a:lnTo>
                  <a:lnTo>
                    <a:pt x="1128268" y="537464"/>
                  </a:lnTo>
                  <a:lnTo>
                    <a:pt x="0" y="537464"/>
                  </a:lnTo>
                  <a:lnTo>
                    <a:pt x="268732" y="268732"/>
                  </a:lnTo>
                  <a:close/>
                </a:path>
              </a:pathLst>
            </a:custGeom>
            <a:solidFill>
              <a:srgbClr val="7C3AED">
                <a:alpha val="63922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91590" y="4274668"/>
            <a:ext cx="10515600" cy="1229868"/>
            <a:chOff x="0" y="0"/>
            <a:chExt cx="14020800" cy="163982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4020800" cy="1639824"/>
            </a:xfrm>
            <a:custGeom>
              <a:avLst/>
              <a:gdLst/>
              <a:ahLst/>
              <a:cxnLst/>
              <a:rect l="l" t="t" r="r" b="b"/>
              <a:pathLst>
                <a:path w="14020800" h="1639824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3871702" y="0"/>
                  </a:lnTo>
                  <a:cubicBezTo>
                    <a:pt x="13953998" y="0"/>
                    <a:pt x="14020800" y="66802"/>
                    <a:pt x="14020800" y="149098"/>
                  </a:cubicBezTo>
                  <a:lnTo>
                    <a:pt x="14020800" y="1490726"/>
                  </a:lnTo>
                  <a:cubicBezTo>
                    <a:pt x="14020800" y="1573022"/>
                    <a:pt x="13953998" y="1639824"/>
                    <a:pt x="13871702" y="1639824"/>
                  </a:cubicBezTo>
                  <a:lnTo>
                    <a:pt x="149098" y="1639824"/>
                  </a:lnTo>
                  <a:cubicBezTo>
                    <a:pt x="66802" y="1639824"/>
                    <a:pt x="0" y="1573022"/>
                    <a:pt x="0" y="1490726"/>
                  </a:cubicBezTo>
                  <a:close/>
                </a:path>
              </a:pathLst>
            </a:custGeom>
            <a:solidFill>
              <a:srgbClr val="151E33">
                <a:alpha val="93725"/>
              </a:srgbClr>
            </a:solidFill>
            <a:ln w="2286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645920" y="4505554"/>
            <a:ext cx="3223260" cy="390199"/>
            <a:chOff x="0" y="0"/>
            <a:chExt cx="4297680" cy="52026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297680" cy="520266"/>
            </a:xfrm>
            <a:custGeom>
              <a:avLst/>
              <a:gdLst/>
              <a:ahLst/>
              <a:cxnLst/>
              <a:rect l="l" t="t" r="r" b="b"/>
              <a:pathLst>
                <a:path w="4297680" h="520266">
                  <a:moveTo>
                    <a:pt x="0" y="0"/>
                  </a:moveTo>
                  <a:lnTo>
                    <a:pt x="4297680" y="0"/>
                  </a:lnTo>
                  <a:lnTo>
                    <a:pt x="4297680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017" b="-10489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4297680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3B82F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VIEWMODEL / UI STATE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869180" y="4532986"/>
            <a:ext cx="6377940" cy="342900"/>
            <a:chOff x="0" y="0"/>
            <a:chExt cx="8503920" cy="4572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503920" cy="457200"/>
            </a:xfrm>
            <a:custGeom>
              <a:avLst/>
              <a:gdLst/>
              <a:ahLst/>
              <a:cxnLst/>
              <a:rect l="l" t="t" r="r" b="b"/>
              <a:pathLst>
                <a:path w="8503920" h="457200">
                  <a:moveTo>
                    <a:pt x="0" y="0"/>
                  </a:moveTo>
                  <a:lnTo>
                    <a:pt x="8503920" y="0"/>
                  </a:lnTo>
                  <a:lnTo>
                    <a:pt x="85039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2421" b="-31242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850392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54"/>
                </a:lnSpc>
              </a:pPr>
              <a:r>
                <a:rPr lang="en-US" sz="1545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StateFlow / LiveData • Validation • Filter / Sort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998083" y="5524729"/>
            <a:ext cx="1047750" cy="403098"/>
            <a:chOff x="0" y="0"/>
            <a:chExt cx="1397000" cy="53746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397000" cy="537464"/>
            </a:xfrm>
            <a:custGeom>
              <a:avLst/>
              <a:gdLst/>
              <a:ahLst/>
              <a:cxnLst/>
              <a:rect l="l" t="t" r="r" b="b"/>
              <a:pathLst>
                <a:path w="1397000" h="537464">
                  <a:moveTo>
                    <a:pt x="0" y="0"/>
                  </a:moveTo>
                  <a:lnTo>
                    <a:pt x="1128268" y="0"/>
                  </a:lnTo>
                  <a:lnTo>
                    <a:pt x="1397000" y="268732"/>
                  </a:lnTo>
                  <a:lnTo>
                    <a:pt x="1128268" y="537464"/>
                  </a:lnTo>
                  <a:lnTo>
                    <a:pt x="0" y="537464"/>
                  </a:lnTo>
                  <a:lnTo>
                    <a:pt x="268732" y="268732"/>
                  </a:lnTo>
                  <a:close/>
                </a:path>
              </a:pathLst>
            </a:custGeom>
            <a:solidFill>
              <a:srgbClr val="7C3AED">
                <a:alpha val="63922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91590" y="5989168"/>
            <a:ext cx="10515600" cy="1229868"/>
            <a:chOff x="0" y="0"/>
            <a:chExt cx="14020800" cy="163982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4020800" cy="1639824"/>
            </a:xfrm>
            <a:custGeom>
              <a:avLst/>
              <a:gdLst/>
              <a:ahLst/>
              <a:cxnLst/>
              <a:rect l="l" t="t" r="r" b="b"/>
              <a:pathLst>
                <a:path w="14020800" h="1639824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3871702" y="0"/>
                  </a:lnTo>
                  <a:cubicBezTo>
                    <a:pt x="13953998" y="0"/>
                    <a:pt x="14020800" y="66802"/>
                    <a:pt x="14020800" y="149098"/>
                  </a:cubicBezTo>
                  <a:lnTo>
                    <a:pt x="14020800" y="1490726"/>
                  </a:lnTo>
                  <a:cubicBezTo>
                    <a:pt x="14020800" y="1573022"/>
                    <a:pt x="13953998" y="1639824"/>
                    <a:pt x="13871702" y="1639824"/>
                  </a:cubicBezTo>
                  <a:lnTo>
                    <a:pt x="149098" y="1639824"/>
                  </a:lnTo>
                  <a:cubicBezTo>
                    <a:pt x="66802" y="1639824"/>
                    <a:pt x="0" y="1573022"/>
                    <a:pt x="0" y="1490726"/>
                  </a:cubicBezTo>
                  <a:close/>
                </a:path>
              </a:pathLst>
            </a:custGeom>
            <a:solidFill>
              <a:srgbClr val="151E33">
                <a:alpha val="93725"/>
              </a:srgbClr>
            </a:solidFill>
            <a:ln w="2286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645920" y="6220054"/>
            <a:ext cx="3223260" cy="390199"/>
            <a:chOff x="0" y="0"/>
            <a:chExt cx="4297680" cy="52026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297680" cy="520266"/>
            </a:xfrm>
            <a:custGeom>
              <a:avLst/>
              <a:gdLst/>
              <a:ahLst/>
              <a:cxnLst/>
              <a:rect l="l" t="t" r="r" b="b"/>
              <a:pathLst>
                <a:path w="4297680" h="520266">
                  <a:moveTo>
                    <a:pt x="0" y="0"/>
                  </a:moveTo>
                  <a:lnTo>
                    <a:pt x="4297680" y="0"/>
                  </a:lnTo>
                  <a:lnTo>
                    <a:pt x="4297680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017" b="-10489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4297680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22D3E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REPOSITORY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4869180" y="6247486"/>
            <a:ext cx="6377940" cy="342900"/>
            <a:chOff x="0" y="0"/>
            <a:chExt cx="8503920" cy="4572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503920" cy="457200"/>
            </a:xfrm>
            <a:custGeom>
              <a:avLst/>
              <a:gdLst/>
              <a:ahLst/>
              <a:cxnLst/>
              <a:rect l="l" t="t" r="r" b="b"/>
              <a:pathLst>
                <a:path w="8503920" h="457200">
                  <a:moveTo>
                    <a:pt x="0" y="0"/>
                  </a:moveTo>
                  <a:lnTo>
                    <a:pt x="8503920" y="0"/>
                  </a:lnTo>
                  <a:lnTo>
                    <a:pt x="85039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2421" b="-31242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19050"/>
              <a:ext cx="850392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54"/>
                </a:lnSpc>
              </a:pPr>
              <a:r>
                <a:rPr lang="en-US" sz="1545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TaskRepository • UserRepository • AttachmentRepository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998083" y="7239229"/>
            <a:ext cx="1047750" cy="403098"/>
            <a:chOff x="0" y="0"/>
            <a:chExt cx="1397000" cy="53746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397000" cy="537464"/>
            </a:xfrm>
            <a:custGeom>
              <a:avLst/>
              <a:gdLst/>
              <a:ahLst/>
              <a:cxnLst/>
              <a:rect l="l" t="t" r="r" b="b"/>
              <a:pathLst>
                <a:path w="1397000" h="537464">
                  <a:moveTo>
                    <a:pt x="0" y="0"/>
                  </a:moveTo>
                  <a:lnTo>
                    <a:pt x="1128268" y="0"/>
                  </a:lnTo>
                  <a:lnTo>
                    <a:pt x="1397000" y="268732"/>
                  </a:lnTo>
                  <a:lnTo>
                    <a:pt x="1128268" y="537464"/>
                  </a:lnTo>
                  <a:lnTo>
                    <a:pt x="0" y="537464"/>
                  </a:lnTo>
                  <a:lnTo>
                    <a:pt x="268732" y="268732"/>
                  </a:lnTo>
                  <a:close/>
                </a:path>
              </a:pathLst>
            </a:custGeom>
            <a:solidFill>
              <a:srgbClr val="7C3AED">
                <a:alpha val="63922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291590" y="7703668"/>
            <a:ext cx="10515600" cy="1229868"/>
            <a:chOff x="0" y="0"/>
            <a:chExt cx="14020800" cy="163982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4020800" cy="1639824"/>
            </a:xfrm>
            <a:custGeom>
              <a:avLst/>
              <a:gdLst/>
              <a:ahLst/>
              <a:cxnLst/>
              <a:rect l="l" t="t" r="r" b="b"/>
              <a:pathLst>
                <a:path w="14020800" h="1639824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3871702" y="0"/>
                  </a:lnTo>
                  <a:cubicBezTo>
                    <a:pt x="13953998" y="0"/>
                    <a:pt x="14020800" y="66802"/>
                    <a:pt x="14020800" y="149098"/>
                  </a:cubicBezTo>
                  <a:lnTo>
                    <a:pt x="14020800" y="1490726"/>
                  </a:lnTo>
                  <a:cubicBezTo>
                    <a:pt x="14020800" y="1573022"/>
                    <a:pt x="13953998" y="1639824"/>
                    <a:pt x="13871702" y="1639824"/>
                  </a:cubicBezTo>
                  <a:lnTo>
                    <a:pt x="149098" y="1639824"/>
                  </a:lnTo>
                  <a:cubicBezTo>
                    <a:pt x="66802" y="1639824"/>
                    <a:pt x="0" y="1573022"/>
                    <a:pt x="0" y="1490726"/>
                  </a:cubicBezTo>
                  <a:close/>
                </a:path>
              </a:pathLst>
            </a:custGeom>
            <a:solidFill>
              <a:srgbClr val="151E33">
                <a:alpha val="93725"/>
              </a:srgbClr>
            </a:solidFill>
            <a:ln w="22860" cap="sq">
              <a:solidFill>
                <a:srgbClr val="22C55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645920" y="7934554"/>
            <a:ext cx="3223260" cy="390199"/>
            <a:chOff x="0" y="0"/>
            <a:chExt cx="4297680" cy="52026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297680" cy="520266"/>
            </a:xfrm>
            <a:custGeom>
              <a:avLst/>
              <a:gdLst/>
              <a:ahLst/>
              <a:cxnLst/>
              <a:rect l="l" t="t" r="r" b="b"/>
              <a:pathLst>
                <a:path w="4297680" h="520266">
                  <a:moveTo>
                    <a:pt x="0" y="0"/>
                  </a:moveTo>
                  <a:lnTo>
                    <a:pt x="4297680" y="0"/>
                  </a:lnTo>
                  <a:lnTo>
                    <a:pt x="4297680" y="520266"/>
                  </a:lnTo>
                  <a:lnTo>
                    <a:pt x="0" y="5202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017" b="-10489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19050"/>
              <a:ext cx="4297680" cy="53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22C55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&amp; SYSTEM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869180" y="7961986"/>
            <a:ext cx="6377940" cy="342900"/>
            <a:chOff x="0" y="0"/>
            <a:chExt cx="8503920" cy="4572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503920" cy="457200"/>
            </a:xfrm>
            <a:custGeom>
              <a:avLst/>
              <a:gdLst/>
              <a:ahLst/>
              <a:cxnLst/>
              <a:rect l="l" t="t" r="r" b="b"/>
              <a:pathLst>
                <a:path w="8503920" h="457200">
                  <a:moveTo>
                    <a:pt x="0" y="0"/>
                  </a:moveTo>
                  <a:lnTo>
                    <a:pt x="8503920" y="0"/>
                  </a:lnTo>
                  <a:lnTo>
                    <a:pt x="85039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2421" b="-31242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-19050"/>
              <a:ext cx="850392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54"/>
                </a:lnSpc>
              </a:pPr>
              <a:r>
                <a:rPr lang="en-US" sz="1545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Room v5 • DataStore • File / SAF • AlarmManager • BroadcastReceiver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2403455" y="1979295"/>
            <a:ext cx="4682490" cy="6465570"/>
            <a:chOff x="0" y="0"/>
            <a:chExt cx="6243320" cy="862076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6243320" cy="8620761"/>
            </a:xfrm>
            <a:custGeom>
              <a:avLst/>
              <a:gdLst/>
              <a:ahLst/>
              <a:cxnLst/>
              <a:rect l="l" t="t" r="r" b="b"/>
              <a:pathLst>
                <a:path w="6243320" h="862076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059678" y="0"/>
                  </a:lnTo>
                  <a:cubicBezTo>
                    <a:pt x="6161024" y="0"/>
                    <a:pt x="6243320" y="82169"/>
                    <a:pt x="6243320" y="183642"/>
                  </a:cubicBezTo>
                  <a:lnTo>
                    <a:pt x="6243320" y="8437118"/>
                  </a:lnTo>
                  <a:cubicBezTo>
                    <a:pt x="6243320" y="8538464"/>
                    <a:pt x="6161151" y="8620761"/>
                    <a:pt x="6059678" y="8620761"/>
                  </a:cubicBezTo>
                  <a:lnTo>
                    <a:pt x="183642" y="8620761"/>
                  </a:lnTo>
                  <a:cubicBezTo>
                    <a:pt x="82169" y="8620760"/>
                    <a:pt x="0" y="8538591"/>
                    <a:pt x="0" y="8437118"/>
                  </a:cubicBezTo>
                  <a:close/>
                </a:path>
              </a:pathLst>
            </a:custGeom>
            <a:solidFill>
              <a:srgbClr val="11182A">
                <a:alpha val="93725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2824460" y="2441448"/>
            <a:ext cx="3840480" cy="505132"/>
            <a:chOff x="0" y="0"/>
            <a:chExt cx="5120640" cy="673509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5120640" cy="673509"/>
            </a:xfrm>
            <a:custGeom>
              <a:avLst/>
              <a:gdLst/>
              <a:ahLst/>
              <a:cxnLst/>
              <a:rect l="l" t="t" r="r" b="b"/>
              <a:pathLst>
                <a:path w="5120640" h="673509">
                  <a:moveTo>
                    <a:pt x="0" y="0"/>
                  </a:moveTo>
                  <a:lnTo>
                    <a:pt x="5120640" y="0"/>
                  </a:lnTo>
                  <a:lnTo>
                    <a:pt x="5120640" y="673509"/>
                  </a:lnTo>
                  <a:lnTo>
                    <a:pt x="0" y="6735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982" b="-9430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19050"/>
              <a:ext cx="5120640" cy="6925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Luồng dữ liệu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2814935" y="3350895"/>
            <a:ext cx="622554" cy="622554"/>
            <a:chOff x="0" y="0"/>
            <a:chExt cx="830072" cy="830072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830072" cy="830072"/>
            </a:xfrm>
            <a:custGeom>
              <a:avLst/>
              <a:gdLst/>
              <a:ahLst/>
              <a:cxnLst/>
              <a:rect l="l" t="t" r="r" b="b"/>
              <a:pathLst>
                <a:path w="830072" h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7C3AED">
                <a:alpha val="84314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2824460" y="3511296"/>
            <a:ext cx="603504" cy="265742"/>
            <a:chOff x="0" y="0"/>
            <a:chExt cx="804672" cy="354323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804672" cy="354323"/>
            </a:xfrm>
            <a:custGeom>
              <a:avLst/>
              <a:gdLst/>
              <a:ahLst/>
              <a:cxnLst/>
              <a:rect l="l" t="t" r="r" b="b"/>
              <a:pathLst>
                <a:path w="804672" h="354323">
                  <a:moveTo>
                    <a:pt x="0" y="0"/>
                  </a:moveTo>
                  <a:lnTo>
                    <a:pt x="804672" y="0"/>
                  </a:lnTo>
                  <a:lnTo>
                    <a:pt x="804672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21" b="1961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19050"/>
              <a:ext cx="804672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3647420" y="3415284"/>
            <a:ext cx="2880360" cy="466344"/>
            <a:chOff x="0" y="0"/>
            <a:chExt cx="3840480" cy="621792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840480" cy="621792"/>
            </a:xfrm>
            <a:custGeom>
              <a:avLst/>
              <a:gdLst/>
              <a:ahLst/>
              <a:cxnLst/>
              <a:rect l="l" t="t" r="r" b="b"/>
              <a:pathLst>
                <a:path w="3840480" h="621792">
                  <a:moveTo>
                    <a:pt x="0" y="0"/>
                  </a:moveTo>
                  <a:lnTo>
                    <a:pt x="3840480" y="0"/>
                  </a:lnTo>
                  <a:lnTo>
                    <a:pt x="38404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0348" b="-7034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19050"/>
              <a:ext cx="384048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User action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2814935" y="4475607"/>
            <a:ext cx="622554" cy="622554"/>
            <a:chOff x="0" y="0"/>
            <a:chExt cx="830072" cy="830072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830072" cy="830072"/>
            </a:xfrm>
            <a:custGeom>
              <a:avLst/>
              <a:gdLst/>
              <a:ahLst/>
              <a:cxnLst/>
              <a:rect l="l" t="t" r="r" b="b"/>
              <a:pathLst>
                <a:path w="830072" h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7C3AED">
                <a:alpha val="84314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2824460" y="4636008"/>
            <a:ext cx="603504" cy="265742"/>
            <a:chOff x="0" y="0"/>
            <a:chExt cx="804672" cy="354323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804672" cy="354323"/>
            </a:xfrm>
            <a:custGeom>
              <a:avLst/>
              <a:gdLst/>
              <a:ahLst/>
              <a:cxnLst/>
              <a:rect l="l" t="t" r="r" b="b"/>
              <a:pathLst>
                <a:path w="804672" h="354323">
                  <a:moveTo>
                    <a:pt x="0" y="0"/>
                  </a:moveTo>
                  <a:lnTo>
                    <a:pt x="804672" y="0"/>
                  </a:lnTo>
                  <a:lnTo>
                    <a:pt x="804672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21" b="1961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0" y="-19050"/>
              <a:ext cx="804672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3647420" y="4539996"/>
            <a:ext cx="2880360" cy="466344"/>
            <a:chOff x="0" y="0"/>
            <a:chExt cx="3840480" cy="621792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3840480" cy="621792"/>
            </a:xfrm>
            <a:custGeom>
              <a:avLst/>
              <a:gdLst/>
              <a:ahLst/>
              <a:cxnLst/>
              <a:rect l="l" t="t" r="r" b="b"/>
              <a:pathLst>
                <a:path w="3840480" h="621792">
                  <a:moveTo>
                    <a:pt x="0" y="0"/>
                  </a:moveTo>
                  <a:lnTo>
                    <a:pt x="3840480" y="0"/>
                  </a:lnTo>
                  <a:lnTo>
                    <a:pt x="38404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0348" b="-7034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19050"/>
              <a:ext cx="384048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ViewModel cập nhật state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2814935" y="5600319"/>
            <a:ext cx="622554" cy="622554"/>
            <a:chOff x="0" y="0"/>
            <a:chExt cx="830072" cy="830072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830072" cy="830072"/>
            </a:xfrm>
            <a:custGeom>
              <a:avLst/>
              <a:gdLst/>
              <a:ahLst/>
              <a:cxnLst/>
              <a:rect l="l" t="t" r="r" b="b"/>
              <a:pathLst>
                <a:path w="830072" h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7C3AED">
                <a:alpha val="84314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2824460" y="5760720"/>
            <a:ext cx="603504" cy="265742"/>
            <a:chOff x="0" y="0"/>
            <a:chExt cx="804672" cy="354323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804672" cy="354323"/>
            </a:xfrm>
            <a:custGeom>
              <a:avLst/>
              <a:gdLst/>
              <a:ahLst/>
              <a:cxnLst/>
              <a:rect l="l" t="t" r="r" b="b"/>
              <a:pathLst>
                <a:path w="804672" h="354323">
                  <a:moveTo>
                    <a:pt x="0" y="0"/>
                  </a:moveTo>
                  <a:lnTo>
                    <a:pt x="804672" y="0"/>
                  </a:lnTo>
                  <a:lnTo>
                    <a:pt x="804672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21" b="1961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-19050"/>
              <a:ext cx="804672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3647420" y="5664708"/>
            <a:ext cx="2880360" cy="466344"/>
            <a:chOff x="0" y="0"/>
            <a:chExt cx="3840480" cy="621792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3840480" cy="621792"/>
            </a:xfrm>
            <a:custGeom>
              <a:avLst/>
              <a:gdLst/>
              <a:ahLst/>
              <a:cxnLst/>
              <a:rect l="l" t="t" r="r" b="b"/>
              <a:pathLst>
                <a:path w="3840480" h="621792">
                  <a:moveTo>
                    <a:pt x="0" y="0"/>
                  </a:moveTo>
                  <a:lnTo>
                    <a:pt x="3840480" y="0"/>
                  </a:lnTo>
                  <a:lnTo>
                    <a:pt x="38404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0348" b="-7034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0" y="-19050"/>
              <a:ext cx="384048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Repository gọi DAO / storage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2814935" y="6725031"/>
            <a:ext cx="622554" cy="622554"/>
            <a:chOff x="0" y="0"/>
            <a:chExt cx="830072" cy="830072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830072" cy="830072"/>
            </a:xfrm>
            <a:custGeom>
              <a:avLst/>
              <a:gdLst/>
              <a:ahLst/>
              <a:cxnLst/>
              <a:rect l="l" t="t" r="r" b="b"/>
              <a:pathLst>
                <a:path w="830072" h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7C3AED">
                <a:alpha val="84314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2824460" y="6885432"/>
            <a:ext cx="603504" cy="265742"/>
            <a:chOff x="0" y="0"/>
            <a:chExt cx="804672" cy="354323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804672" cy="354323"/>
            </a:xfrm>
            <a:custGeom>
              <a:avLst/>
              <a:gdLst/>
              <a:ahLst/>
              <a:cxnLst/>
              <a:rect l="l" t="t" r="r" b="b"/>
              <a:pathLst>
                <a:path w="804672" h="354323">
                  <a:moveTo>
                    <a:pt x="0" y="0"/>
                  </a:moveTo>
                  <a:lnTo>
                    <a:pt x="804672" y="0"/>
                  </a:lnTo>
                  <a:lnTo>
                    <a:pt x="804672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21" b="1961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0" y="-19050"/>
              <a:ext cx="804672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3647420" y="6789420"/>
            <a:ext cx="2880360" cy="466344"/>
            <a:chOff x="0" y="0"/>
            <a:chExt cx="3840480" cy="621792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3840480" cy="621792"/>
            </a:xfrm>
            <a:custGeom>
              <a:avLst/>
              <a:gdLst/>
              <a:ahLst/>
              <a:cxnLst/>
              <a:rect l="l" t="t" r="r" b="b"/>
              <a:pathLst>
                <a:path w="3840480" h="621792">
                  <a:moveTo>
                    <a:pt x="0" y="0"/>
                  </a:moveTo>
                  <a:lnTo>
                    <a:pt x="3840480" y="0"/>
                  </a:lnTo>
                  <a:lnTo>
                    <a:pt x="38404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0348" b="-7034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0" y="-19050"/>
              <a:ext cx="384048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Flow / LiveData trả dữ liệu về UI</a:t>
              </a:r>
            </a:p>
          </p:txBody>
        </p:sp>
      </p:grpSp>
      <p:sp>
        <p:nvSpPr>
          <p:cNvPr id="125" name="TextBox 125"/>
          <p:cNvSpPr txBox="1"/>
          <p:nvPr/>
        </p:nvSpPr>
        <p:spPr>
          <a:xfrm>
            <a:off x="17076420" y="9691878"/>
            <a:ext cx="54864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65742"/>
            <a:chOff x="0" y="0"/>
            <a:chExt cx="3840480" cy="354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54323"/>
            </a:xfrm>
            <a:custGeom>
              <a:avLst/>
              <a:gdLst/>
              <a:ahLst/>
              <a:cxnLst/>
              <a:rect l="l" t="t" r="r" b="b"/>
              <a:pathLst>
                <a:path w="3840480" h="354323">
                  <a:moveTo>
                    <a:pt x="0" y="0"/>
                  </a:moveTo>
                  <a:lnTo>
                    <a:pt x="3840480" y="0"/>
                  </a:lnTo>
                  <a:lnTo>
                    <a:pt x="384048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744" b="-1576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84048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3B82F6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850392" y="617220"/>
            <a:ext cx="5897880" cy="329184"/>
            <a:chOff x="0" y="0"/>
            <a:chExt cx="7863840" cy="4389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863840" cy="438912"/>
            </a:xfrm>
            <a:custGeom>
              <a:avLst/>
              <a:gdLst/>
              <a:ahLst/>
              <a:cxnLst/>
              <a:rect l="l" t="t" r="r" b="b"/>
              <a:pathLst>
                <a:path w="7863840" h="438912">
                  <a:moveTo>
                    <a:pt x="0" y="0"/>
                  </a:moveTo>
                  <a:lnTo>
                    <a:pt x="7863840" y="0"/>
                  </a:lnTo>
                  <a:lnTo>
                    <a:pt x="7863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9106" b="-29910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863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07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0392" y="1069848"/>
            <a:ext cx="16322040" cy="822960"/>
            <a:chOff x="0" y="0"/>
            <a:chExt cx="21762720" cy="10972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62720" cy="1097280"/>
            </a:xfrm>
            <a:custGeom>
              <a:avLst/>
              <a:gdLst/>
              <a:ahLst/>
              <a:cxnLst/>
              <a:rect l="l" t="t" r="r" b="b"/>
              <a:pathLst>
                <a:path w="21762720" h="109728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6453" b="-33645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1762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Model &amp; Room Database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0392" y="1947672"/>
            <a:ext cx="16184880" cy="548640"/>
            <a:chOff x="0" y="0"/>
            <a:chExt cx="2157984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157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 entity chính và quan hệ dữ liệu trong Room Database v5.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50595" y="2802255"/>
            <a:ext cx="4408170" cy="4888230"/>
            <a:chOff x="0" y="0"/>
            <a:chExt cx="5877560" cy="65176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877560" cy="6517640"/>
            </a:xfrm>
            <a:custGeom>
              <a:avLst/>
              <a:gdLst/>
              <a:ahLst/>
              <a:cxnLst/>
              <a:rect l="l" t="t" r="r" b="b"/>
              <a:pathLst>
                <a:path w="5877560" h="65176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5730621" y="0"/>
                  </a:lnTo>
                  <a:cubicBezTo>
                    <a:pt x="5811774" y="0"/>
                    <a:pt x="5877560" y="65786"/>
                    <a:pt x="5877560" y="146939"/>
                  </a:cubicBezTo>
                  <a:lnTo>
                    <a:pt x="5877560" y="6370701"/>
                  </a:lnTo>
                  <a:cubicBezTo>
                    <a:pt x="5877560" y="6451854"/>
                    <a:pt x="5811774" y="6517640"/>
                    <a:pt x="5730621" y="6517640"/>
                  </a:cubicBezTo>
                  <a:lnTo>
                    <a:pt x="146939" y="6517640"/>
                  </a:lnTo>
                  <a:cubicBezTo>
                    <a:pt x="65786" y="6517640"/>
                    <a:pt x="0" y="6451854"/>
                    <a:pt x="0" y="6370701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70051" y="3021711"/>
            <a:ext cx="183642" cy="4449318"/>
            <a:chOff x="0" y="0"/>
            <a:chExt cx="244856" cy="593242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44729" cy="5932424"/>
            </a:xfrm>
            <a:custGeom>
              <a:avLst/>
              <a:gdLst/>
              <a:ahLst/>
              <a:cxnLst/>
              <a:rect l="l" t="t" r="r" b="b"/>
              <a:pathLst>
                <a:path w="244729" h="593242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5830443"/>
                  </a:lnTo>
                  <a:cubicBezTo>
                    <a:pt x="244729" y="5886831"/>
                    <a:pt x="199009" y="5932424"/>
                    <a:pt x="142748" y="5932424"/>
                  </a:cubicBezTo>
                  <a:lnTo>
                    <a:pt x="101981" y="5932424"/>
                  </a:lnTo>
                  <a:cubicBezTo>
                    <a:pt x="45593" y="5932424"/>
                    <a:pt x="0" y="5886704"/>
                    <a:pt x="0" y="5830443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08760" y="3113532"/>
            <a:ext cx="3593592" cy="541009"/>
            <a:chOff x="0" y="0"/>
            <a:chExt cx="4791456" cy="72134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791456" cy="721345"/>
            </a:xfrm>
            <a:custGeom>
              <a:avLst/>
              <a:gdLst/>
              <a:ahLst/>
              <a:cxnLst/>
              <a:rect l="l" t="t" r="r" b="b"/>
              <a:pathLst>
                <a:path w="4791456" h="721345">
                  <a:moveTo>
                    <a:pt x="0" y="0"/>
                  </a:moveTo>
                  <a:lnTo>
                    <a:pt x="4791456" y="0"/>
                  </a:lnTo>
                  <a:lnTo>
                    <a:pt x="4791456" y="721345"/>
                  </a:lnTo>
                  <a:lnTo>
                    <a:pt x="0" y="7213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863" b="-6999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4791456" cy="740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UserEntity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508760" y="3647313"/>
            <a:ext cx="3593592" cy="87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 String (PK)</a:t>
            </a:r>
          </a:p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String</a:t>
            </a:r>
          </a:p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email: String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6094095" y="2802255"/>
            <a:ext cx="6122670" cy="4888230"/>
            <a:chOff x="0" y="0"/>
            <a:chExt cx="8163560" cy="65176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63560" cy="6517640"/>
            </a:xfrm>
            <a:custGeom>
              <a:avLst/>
              <a:gdLst/>
              <a:ahLst/>
              <a:cxnLst/>
              <a:rect l="l" t="t" r="r" b="b"/>
              <a:pathLst>
                <a:path w="8163560" h="65176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8016621" y="0"/>
                  </a:lnTo>
                  <a:cubicBezTo>
                    <a:pt x="8097774" y="0"/>
                    <a:pt x="8163560" y="65786"/>
                    <a:pt x="8163560" y="146939"/>
                  </a:cubicBezTo>
                  <a:lnTo>
                    <a:pt x="8163560" y="6370701"/>
                  </a:lnTo>
                  <a:cubicBezTo>
                    <a:pt x="8163560" y="6451854"/>
                    <a:pt x="8097774" y="6517640"/>
                    <a:pt x="8016621" y="6517640"/>
                  </a:cubicBezTo>
                  <a:lnTo>
                    <a:pt x="146939" y="6517640"/>
                  </a:lnTo>
                  <a:cubicBezTo>
                    <a:pt x="65786" y="6517640"/>
                    <a:pt x="0" y="6451854"/>
                    <a:pt x="0" y="6370701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313551" y="3021711"/>
            <a:ext cx="183642" cy="4449318"/>
            <a:chOff x="0" y="0"/>
            <a:chExt cx="244856" cy="593242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44729" cy="5932424"/>
            </a:xfrm>
            <a:custGeom>
              <a:avLst/>
              <a:gdLst/>
              <a:ahLst/>
              <a:cxnLst/>
              <a:rect l="l" t="t" r="r" b="b"/>
              <a:pathLst>
                <a:path w="244729" h="593242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5830443"/>
                  </a:lnTo>
                  <a:cubicBezTo>
                    <a:pt x="244729" y="5886831"/>
                    <a:pt x="199009" y="5932424"/>
                    <a:pt x="142748" y="5932424"/>
                  </a:cubicBezTo>
                  <a:lnTo>
                    <a:pt x="101981" y="5932424"/>
                  </a:lnTo>
                  <a:cubicBezTo>
                    <a:pt x="45593" y="5932424"/>
                    <a:pt x="0" y="5886704"/>
                    <a:pt x="0" y="5830443"/>
                  </a:cubicBez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652260" y="3113532"/>
            <a:ext cx="5308092" cy="541009"/>
            <a:chOff x="0" y="0"/>
            <a:chExt cx="7077456" cy="72134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077456" cy="721345"/>
            </a:xfrm>
            <a:custGeom>
              <a:avLst/>
              <a:gdLst/>
              <a:ahLst/>
              <a:cxnLst/>
              <a:rect l="l" t="t" r="r" b="b"/>
              <a:pathLst>
                <a:path w="7077456" h="721345">
                  <a:moveTo>
                    <a:pt x="0" y="0"/>
                  </a:moveTo>
                  <a:lnTo>
                    <a:pt x="7077456" y="0"/>
                  </a:lnTo>
                  <a:lnTo>
                    <a:pt x="7077456" y="721345"/>
                  </a:lnTo>
                  <a:lnTo>
                    <a:pt x="0" y="7213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0612" b="-13174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7077456" cy="740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TaskEntity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6652260" y="3637788"/>
            <a:ext cx="5308092" cy="135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679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 • title • description</a:t>
            </a:r>
          </a:p>
          <a:p>
            <a:pPr algn="l">
              <a:lnSpc>
                <a:spcPts val="2116"/>
              </a:lnSpc>
            </a:pPr>
            <a:r>
              <a:rPr lang="en-US" sz="1679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startDateTime • dueDateTime</a:t>
            </a:r>
          </a:p>
          <a:p>
            <a:pPr algn="l">
              <a:lnSpc>
                <a:spcPts val="2116"/>
              </a:lnSpc>
            </a:pPr>
            <a:r>
              <a:rPr lang="en-US" sz="1679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• status • isCompleted</a:t>
            </a:r>
          </a:p>
          <a:p>
            <a:pPr algn="l">
              <a:lnSpc>
                <a:spcPts val="2116"/>
              </a:lnSpc>
            </a:pPr>
            <a:r>
              <a:rPr lang="en-US" sz="1679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reminderTime • recurrenceType</a:t>
            </a:r>
          </a:p>
          <a:p>
            <a:pPr algn="l">
              <a:lnSpc>
                <a:spcPts val="2116"/>
              </a:lnSpc>
            </a:pPr>
            <a:r>
              <a:rPr lang="en-US" sz="1679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createdByUserId • assigneeUserId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2952095" y="2802255"/>
            <a:ext cx="4408170" cy="4888230"/>
            <a:chOff x="0" y="0"/>
            <a:chExt cx="5877560" cy="65176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877560" cy="6517640"/>
            </a:xfrm>
            <a:custGeom>
              <a:avLst/>
              <a:gdLst/>
              <a:ahLst/>
              <a:cxnLst/>
              <a:rect l="l" t="t" r="r" b="b"/>
              <a:pathLst>
                <a:path w="5877560" h="65176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5730621" y="0"/>
                  </a:lnTo>
                  <a:cubicBezTo>
                    <a:pt x="5811774" y="0"/>
                    <a:pt x="5877560" y="65786"/>
                    <a:pt x="5877560" y="146939"/>
                  </a:cubicBezTo>
                  <a:lnTo>
                    <a:pt x="5877560" y="6370701"/>
                  </a:lnTo>
                  <a:cubicBezTo>
                    <a:pt x="5877560" y="6451854"/>
                    <a:pt x="5811774" y="6517640"/>
                    <a:pt x="5730621" y="6517640"/>
                  </a:cubicBezTo>
                  <a:lnTo>
                    <a:pt x="146939" y="6517640"/>
                  </a:lnTo>
                  <a:cubicBezTo>
                    <a:pt x="65786" y="6517640"/>
                    <a:pt x="0" y="6451854"/>
                    <a:pt x="0" y="6370701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3171551" y="3021711"/>
            <a:ext cx="183642" cy="4449318"/>
            <a:chOff x="0" y="0"/>
            <a:chExt cx="244856" cy="593242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44729" cy="5932424"/>
            </a:xfrm>
            <a:custGeom>
              <a:avLst/>
              <a:gdLst/>
              <a:ahLst/>
              <a:cxnLst/>
              <a:rect l="l" t="t" r="r" b="b"/>
              <a:pathLst>
                <a:path w="244729" h="593242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5830443"/>
                  </a:lnTo>
                  <a:cubicBezTo>
                    <a:pt x="244729" y="5886831"/>
                    <a:pt x="199009" y="5932424"/>
                    <a:pt x="142748" y="5932424"/>
                  </a:cubicBezTo>
                  <a:lnTo>
                    <a:pt x="101981" y="5932424"/>
                  </a:lnTo>
                  <a:cubicBezTo>
                    <a:pt x="45593" y="5932424"/>
                    <a:pt x="0" y="5886704"/>
                    <a:pt x="0" y="5830443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3510260" y="3113532"/>
            <a:ext cx="3593592" cy="478780"/>
            <a:chOff x="0" y="0"/>
            <a:chExt cx="4791456" cy="638373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791456" cy="638373"/>
            </a:xfrm>
            <a:custGeom>
              <a:avLst/>
              <a:gdLst/>
              <a:ahLst/>
              <a:cxnLst/>
              <a:rect l="l" t="t" r="r" b="b"/>
              <a:pathLst>
                <a:path w="4791456" h="638373">
                  <a:moveTo>
                    <a:pt x="0" y="0"/>
                  </a:moveTo>
                  <a:lnTo>
                    <a:pt x="4791456" y="0"/>
                  </a:lnTo>
                  <a:lnTo>
                    <a:pt x="4791456" y="638373"/>
                  </a:lnTo>
                  <a:lnTo>
                    <a:pt x="0" y="638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0412" b="-9208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9525"/>
              <a:ext cx="4791456" cy="647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TaskAttachmentEntity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3510260" y="3637788"/>
            <a:ext cx="3593592" cy="1092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679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 Long (PK)</a:t>
            </a:r>
          </a:p>
          <a:p>
            <a:pPr algn="l">
              <a:lnSpc>
                <a:spcPts val="2116"/>
              </a:lnSpc>
            </a:pPr>
            <a:r>
              <a:rPr lang="en-US" sz="1679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taskId: Long (FK)</a:t>
            </a:r>
          </a:p>
          <a:p>
            <a:pPr algn="l">
              <a:lnSpc>
                <a:spcPts val="2116"/>
              </a:lnSpc>
            </a:pPr>
            <a:r>
              <a:rPr lang="en-US" sz="1679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fileName • mimeType</a:t>
            </a:r>
          </a:p>
          <a:p>
            <a:pPr algn="l">
              <a:lnSpc>
                <a:spcPts val="2116"/>
              </a:lnSpc>
            </a:pPr>
            <a:r>
              <a:rPr lang="en-US" sz="1679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uri/path • isAppOwned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5408295" y="4626483"/>
            <a:ext cx="595122" cy="595122"/>
            <a:chOff x="0" y="0"/>
            <a:chExt cx="793496" cy="79349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793496" cy="793496"/>
            </a:xfrm>
            <a:custGeom>
              <a:avLst/>
              <a:gdLst/>
              <a:ahLst/>
              <a:cxnLst/>
              <a:rect l="l" t="t" r="r" b="b"/>
              <a:pathLst>
                <a:path w="793496" h="793496">
                  <a:moveTo>
                    <a:pt x="0" y="0"/>
                  </a:moveTo>
                  <a:lnTo>
                    <a:pt x="396748" y="0"/>
                  </a:lnTo>
                  <a:lnTo>
                    <a:pt x="793496" y="396748"/>
                  </a:lnTo>
                  <a:lnTo>
                    <a:pt x="396748" y="793496"/>
                  </a:lnTo>
                  <a:lnTo>
                    <a:pt x="0" y="793496"/>
                  </a:lnTo>
                  <a:lnTo>
                    <a:pt x="396748" y="396748"/>
                  </a:lnTo>
                  <a:close/>
                </a:path>
              </a:pathLst>
            </a:custGeom>
            <a:solidFill>
              <a:srgbClr val="3B82F6">
                <a:alpha val="77255"/>
              </a:srgbClr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253228" y="4251960"/>
            <a:ext cx="960120" cy="265742"/>
            <a:chOff x="0" y="0"/>
            <a:chExt cx="1280160" cy="35432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280160" cy="354323"/>
            </a:xfrm>
            <a:custGeom>
              <a:avLst/>
              <a:gdLst/>
              <a:ahLst/>
              <a:cxnLst/>
              <a:rect l="l" t="t" r="r" b="b"/>
              <a:pathLst>
                <a:path w="1280160" h="354323">
                  <a:moveTo>
                    <a:pt x="0" y="0"/>
                  </a:moveTo>
                  <a:lnTo>
                    <a:pt x="1280160" y="0"/>
                  </a:lnTo>
                  <a:lnTo>
                    <a:pt x="128016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946" b="-1685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128016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3B82F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 : N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2266295" y="4626483"/>
            <a:ext cx="595122" cy="595122"/>
            <a:chOff x="0" y="0"/>
            <a:chExt cx="793496" cy="79349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793496" cy="793496"/>
            </a:xfrm>
            <a:custGeom>
              <a:avLst/>
              <a:gdLst/>
              <a:ahLst/>
              <a:cxnLst/>
              <a:rect l="l" t="t" r="r" b="b"/>
              <a:pathLst>
                <a:path w="793496" h="793496">
                  <a:moveTo>
                    <a:pt x="0" y="0"/>
                  </a:moveTo>
                  <a:lnTo>
                    <a:pt x="396748" y="0"/>
                  </a:lnTo>
                  <a:lnTo>
                    <a:pt x="793496" y="396748"/>
                  </a:lnTo>
                  <a:lnTo>
                    <a:pt x="396748" y="793496"/>
                  </a:lnTo>
                  <a:lnTo>
                    <a:pt x="0" y="793496"/>
                  </a:lnTo>
                  <a:lnTo>
                    <a:pt x="396748" y="396748"/>
                  </a:lnTo>
                  <a:close/>
                </a:path>
              </a:pathLst>
            </a:custGeom>
            <a:solidFill>
              <a:srgbClr val="22D3EE">
                <a:alpha val="77255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111228" y="4251960"/>
            <a:ext cx="960120" cy="265742"/>
            <a:chOff x="0" y="0"/>
            <a:chExt cx="1280160" cy="354323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280160" cy="354323"/>
            </a:xfrm>
            <a:custGeom>
              <a:avLst/>
              <a:gdLst/>
              <a:ahLst/>
              <a:cxnLst/>
              <a:rect l="l" t="t" r="r" b="b"/>
              <a:pathLst>
                <a:path w="1280160" h="354323">
                  <a:moveTo>
                    <a:pt x="0" y="0"/>
                  </a:moveTo>
                  <a:lnTo>
                    <a:pt x="1280160" y="0"/>
                  </a:lnTo>
                  <a:lnTo>
                    <a:pt x="128016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946" b="-1685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19050"/>
              <a:ext cx="128016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b="1">
                  <a:solidFill>
                    <a:srgbClr val="22D3E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 : N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191375" y="8549259"/>
            <a:ext cx="3585210" cy="485394"/>
            <a:chOff x="0" y="0"/>
            <a:chExt cx="4780280" cy="64719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4780280" cy="647192"/>
            </a:xfrm>
            <a:custGeom>
              <a:avLst/>
              <a:gdLst/>
              <a:ahLst/>
              <a:cxnLst/>
              <a:rect l="l" t="t" r="r" b="b"/>
              <a:pathLst>
                <a:path w="478028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628007" y="0"/>
                  </a:lnTo>
                  <a:cubicBezTo>
                    <a:pt x="4712081" y="0"/>
                    <a:pt x="4780280" y="68199"/>
                    <a:pt x="4780280" y="152273"/>
                  </a:cubicBezTo>
                  <a:lnTo>
                    <a:pt x="4780280" y="494919"/>
                  </a:lnTo>
                  <a:cubicBezTo>
                    <a:pt x="4780280" y="578993"/>
                    <a:pt x="4712081" y="647192"/>
                    <a:pt x="462800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7C3AED">
                <a:alpha val="4706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7324344" y="8641080"/>
            <a:ext cx="3319272" cy="278918"/>
            <a:chOff x="0" y="0"/>
            <a:chExt cx="4425696" cy="37189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425696" cy="371890"/>
            </a:xfrm>
            <a:custGeom>
              <a:avLst/>
              <a:gdLst/>
              <a:ahLst/>
              <a:cxnLst/>
              <a:rect l="l" t="t" r="r" b="b"/>
              <a:pathLst>
                <a:path w="4425696" h="371890">
                  <a:moveTo>
                    <a:pt x="0" y="0"/>
                  </a:moveTo>
                  <a:lnTo>
                    <a:pt x="4425696" y="0"/>
                  </a:lnTo>
                  <a:lnTo>
                    <a:pt x="442569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2706" b="-18105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442569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Room Database v5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7076420" y="9691878"/>
            <a:ext cx="54864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65742"/>
            <a:chOff x="0" y="0"/>
            <a:chExt cx="3840480" cy="354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54323"/>
            </a:xfrm>
            <a:custGeom>
              <a:avLst/>
              <a:gdLst/>
              <a:ahLst/>
              <a:cxnLst/>
              <a:rect l="l" t="t" r="r" b="b"/>
              <a:pathLst>
                <a:path w="3840480" h="354323">
                  <a:moveTo>
                    <a:pt x="0" y="0"/>
                  </a:moveTo>
                  <a:lnTo>
                    <a:pt x="3840480" y="0"/>
                  </a:lnTo>
                  <a:lnTo>
                    <a:pt x="384048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744" b="-1576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84048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3B82F6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850392" y="617220"/>
            <a:ext cx="5897880" cy="329184"/>
            <a:chOff x="0" y="0"/>
            <a:chExt cx="7863840" cy="4389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863840" cy="438912"/>
            </a:xfrm>
            <a:custGeom>
              <a:avLst/>
              <a:gdLst/>
              <a:ahLst/>
              <a:cxnLst/>
              <a:rect l="l" t="t" r="r" b="b"/>
              <a:pathLst>
                <a:path w="7863840" h="438912">
                  <a:moveTo>
                    <a:pt x="0" y="0"/>
                  </a:moveTo>
                  <a:lnTo>
                    <a:pt x="7863840" y="0"/>
                  </a:lnTo>
                  <a:lnTo>
                    <a:pt x="7863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9106" b="-29910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863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0392" y="1069848"/>
            <a:ext cx="16322040" cy="822960"/>
            <a:chOff x="0" y="0"/>
            <a:chExt cx="21762720" cy="10972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62720" cy="1097280"/>
            </a:xfrm>
            <a:custGeom>
              <a:avLst/>
              <a:gdLst/>
              <a:ahLst/>
              <a:cxnLst/>
              <a:rect l="l" t="t" r="r" b="b"/>
              <a:pathLst>
                <a:path w="21762720" h="109728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6453" b="-33645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1762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Room Migration v1 → v5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0392" y="1947672"/>
            <a:ext cx="16184880" cy="548640"/>
            <a:chOff x="0" y="0"/>
            <a:chExt cx="2157984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157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Nâng cấp schema theo từng bước để bảo toàn dữ liệu cũ.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322195" y="2802255"/>
            <a:ext cx="951738" cy="951738"/>
            <a:chOff x="0" y="0"/>
            <a:chExt cx="1268984" cy="126898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68984" cy="1268984"/>
            </a:xfrm>
            <a:custGeom>
              <a:avLst/>
              <a:gdLst/>
              <a:ahLst/>
              <a:cxnLst/>
              <a:rect l="l" t="t" r="r" b="b"/>
              <a:pathLst>
                <a:path w="1268984" h="1268984">
                  <a:moveTo>
                    <a:pt x="0" y="634492"/>
                  </a:moveTo>
                  <a:cubicBezTo>
                    <a:pt x="0" y="284099"/>
                    <a:pt x="284099" y="0"/>
                    <a:pt x="634492" y="0"/>
                  </a:cubicBezTo>
                  <a:cubicBezTo>
                    <a:pt x="984885" y="0"/>
                    <a:pt x="1268984" y="284099"/>
                    <a:pt x="1268984" y="634492"/>
                  </a:cubicBezTo>
                  <a:cubicBezTo>
                    <a:pt x="1268984" y="984885"/>
                    <a:pt x="984885" y="1268984"/>
                    <a:pt x="634492" y="1268984"/>
                  </a:cubicBezTo>
                  <a:cubicBezTo>
                    <a:pt x="284099" y="1268984"/>
                    <a:pt x="0" y="984885"/>
                    <a:pt x="0" y="634492"/>
                  </a:cubicBezTo>
                  <a:close/>
                </a:path>
              </a:pathLst>
            </a:custGeom>
            <a:solidFill>
              <a:srgbClr val="7C3AED">
                <a:alpha val="88235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331720" y="3086100"/>
            <a:ext cx="932688" cy="327971"/>
            <a:chOff x="0" y="0"/>
            <a:chExt cx="1243584" cy="43729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43584" cy="437294"/>
            </a:xfrm>
            <a:custGeom>
              <a:avLst/>
              <a:gdLst/>
              <a:ahLst/>
              <a:cxnLst/>
              <a:rect l="l" t="t" r="r" b="b"/>
              <a:pathLst>
                <a:path w="1243584" h="437294">
                  <a:moveTo>
                    <a:pt x="0" y="0"/>
                  </a:moveTo>
                  <a:lnTo>
                    <a:pt x="1243584" y="0"/>
                  </a:lnTo>
                  <a:lnTo>
                    <a:pt x="1243584" y="437294"/>
                  </a:lnTo>
                  <a:lnTo>
                    <a:pt x="0" y="4372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773" b="69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1243584" cy="45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sp>
        <p:nvSpPr>
          <p:cNvPr id="55" name="AutoShape 55"/>
          <p:cNvSpPr/>
          <p:nvPr/>
        </p:nvSpPr>
        <p:spPr>
          <a:xfrm rot="38520">
            <a:off x="3245253" y="3268599"/>
            <a:ext cx="3398730" cy="0"/>
          </a:xfrm>
          <a:prstGeom prst="line">
            <a:avLst/>
          </a:prstGeom>
          <a:ln w="19050" cap="rnd">
            <a:solidFill>
              <a:srgbClr val="3341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56" name="Group 56"/>
          <p:cNvGrpSpPr/>
          <p:nvPr/>
        </p:nvGrpSpPr>
        <p:grpSpPr>
          <a:xfrm>
            <a:off x="1019175" y="4105275"/>
            <a:ext cx="3722370" cy="3585210"/>
            <a:chOff x="0" y="0"/>
            <a:chExt cx="4963160" cy="47802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963160" cy="4780280"/>
            </a:xfrm>
            <a:custGeom>
              <a:avLst/>
              <a:gdLst/>
              <a:ahLst/>
              <a:cxnLst/>
              <a:rect l="l" t="t" r="r" b="b"/>
              <a:pathLst>
                <a:path w="4963160" h="478028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4816094" y="0"/>
                  </a:lnTo>
                  <a:cubicBezTo>
                    <a:pt x="4897374" y="0"/>
                    <a:pt x="4963160" y="65913"/>
                    <a:pt x="4963160" y="147066"/>
                  </a:cubicBezTo>
                  <a:lnTo>
                    <a:pt x="4963160" y="4633214"/>
                  </a:lnTo>
                  <a:cubicBezTo>
                    <a:pt x="4963160" y="4714494"/>
                    <a:pt x="4897247" y="4780280"/>
                    <a:pt x="4816094" y="4780280"/>
                  </a:cubicBezTo>
                  <a:lnTo>
                    <a:pt x="147066" y="4780280"/>
                  </a:lnTo>
                  <a:cubicBezTo>
                    <a:pt x="65913" y="4780280"/>
                    <a:pt x="0" y="4714367"/>
                    <a:pt x="0" y="4633214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38631" y="4324731"/>
            <a:ext cx="183642" cy="3146298"/>
            <a:chOff x="0" y="0"/>
            <a:chExt cx="244856" cy="419506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44729" cy="4195064"/>
            </a:xfrm>
            <a:custGeom>
              <a:avLst/>
              <a:gdLst/>
              <a:ahLst/>
              <a:cxnLst/>
              <a:rect l="l" t="t" r="r" b="b"/>
              <a:pathLst>
                <a:path w="244729" h="419506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4093083"/>
                  </a:lnTo>
                  <a:cubicBezTo>
                    <a:pt x="244729" y="4149471"/>
                    <a:pt x="199009" y="4195064"/>
                    <a:pt x="142748" y="4195064"/>
                  </a:cubicBezTo>
                  <a:lnTo>
                    <a:pt x="101981" y="4195064"/>
                  </a:lnTo>
                  <a:cubicBezTo>
                    <a:pt x="45593" y="4195064"/>
                    <a:pt x="0" y="4149344"/>
                    <a:pt x="0" y="4093083"/>
                  </a:cubicBez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77340" y="4416552"/>
            <a:ext cx="2907792" cy="478780"/>
            <a:chOff x="0" y="0"/>
            <a:chExt cx="3877056" cy="63837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877056" cy="638373"/>
            </a:xfrm>
            <a:custGeom>
              <a:avLst/>
              <a:gdLst/>
              <a:ahLst/>
              <a:cxnLst/>
              <a:rect l="l" t="t" r="r" b="b"/>
              <a:pathLst>
                <a:path w="3877056" h="638373">
                  <a:moveTo>
                    <a:pt x="0" y="0"/>
                  </a:moveTo>
                  <a:lnTo>
                    <a:pt x="3877056" y="0"/>
                  </a:lnTo>
                  <a:lnTo>
                    <a:pt x="3877056" y="638373"/>
                  </a:lnTo>
                  <a:lnTo>
                    <a:pt x="0" y="638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502" b="-6417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3877056" cy="647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v1 → v2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577340" y="4950333"/>
            <a:ext cx="2907792" cy="787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62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Thêm startDateTime</a:t>
            </a:r>
          </a:p>
          <a:p>
            <a:pPr algn="l">
              <a:lnSpc>
                <a:spcPts val="2041"/>
              </a:lnSpc>
            </a:pPr>
            <a:r>
              <a:rPr lang="en-US" sz="162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Backfill dữ liệu cũ</a:t>
            </a:r>
          </a:p>
          <a:p>
            <a:pPr algn="l">
              <a:lnSpc>
                <a:spcPts val="2041"/>
              </a:lnSpc>
            </a:pPr>
            <a:r>
              <a:rPr lang="en-US" sz="162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Repair ngày không hợp lệ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6601587" y="2802255"/>
            <a:ext cx="951738" cy="951738"/>
            <a:chOff x="0" y="0"/>
            <a:chExt cx="1268984" cy="126898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268984" cy="1268984"/>
            </a:xfrm>
            <a:custGeom>
              <a:avLst/>
              <a:gdLst/>
              <a:ahLst/>
              <a:cxnLst/>
              <a:rect l="l" t="t" r="r" b="b"/>
              <a:pathLst>
                <a:path w="1268984" h="1268984">
                  <a:moveTo>
                    <a:pt x="0" y="634492"/>
                  </a:moveTo>
                  <a:cubicBezTo>
                    <a:pt x="0" y="284099"/>
                    <a:pt x="284099" y="0"/>
                    <a:pt x="634492" y="0"/>
                  </a:cubicBezTo>
                  <a:cubicBezTo>
                    <a:pt x="984885" y="0"/>
                    <a:pt x="1268984" y="284099"/>
                    <a:pt x="1268984" y="634492"/>
                  </a:cubicBezTo>
                  <a:cubicBezTo>
                    <a:pt x="1268984" y="984885"/>
                    <a:pt x="984885" y="1268984"/>
                    <a:pt x="634492" y="1268984"/>
                  </a:cubicBezTo>
                  <a:cubicBezTo>
                    <a:pt x="284099" y="1268984"/>
                    <a:pt x="0" y="984885"/>
                    <a:pt x="0" y="634492"/>
                  </a:cubicBezTo>
                  <a:close/>
                </a:path>
              </a:pathLst>
            </a:custGeom>
            <a:solidFill>
              <a:srgbClr val="3B82F6">
                <a:alpha val="88235"/>
              </a:srgbClr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11112" y="3086100"/>
            <a:ext cx="932688" cy="327971"/>
            <a:chOff x="0" y="0"/>
            <a:chExt cx="1243584" cy="43729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243584" cy="437294"/>
            </a:xfrm>
            <a:custGeom>
              <a:avLst/>
              <a:gdLst/>
              <a:ahLst/>
              <a:cxnLst/>
              <a:rect l="l" t="t" r="r" b="b"/>
              <a:pathLst>
                <a:path w="1243584" h="437294">
                  <a:moveTo>
                    <a:pt x="0" y="0"/>
                  </a:moveTo>
                  <a:lnTo>
                    <a:pt x="1243584" y="0"/>
                  </a:lnTo>
                  <a:lnTo>
                    <a:pt x="1243584" y="437294"/>
                  </a:lnTo>
                  <a:lnTo>
                    <a:pt x="0" y="4372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773" b="69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1243584" cy="45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sp>
        <p:nvSpPr>
          <p:cNvPr id="69" name="AutoShape 69"/>
          <p:cNvSpPr/>
          <p:nvPr/>
        </p:nvSpPr>
        <p:spPr>
          <a:xfrm rot="38520">
            <a:off x="7524645" y="3268599"/>
            <a:ext cx="3398730" cy="0"/>
          </a:xfrm>
          <a:prstGeom prst="line">
            <a:avLst/>
          </a:prstGeom>
          <a:ln w="19050" cap="rnd">
            <a:solidFill>
              <a:srgbClr val="3341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70" name="Group 70"/>
          <p:cNvGrpSpPr/>
          <p:nvPr/>
        </p:nvGrpSpPr>
        <p:grpSpPr>
          <a:xfrm>
            <a:off x="5298567" y="4105275"/>
            <a:ext cx="3722370" cy="3585210"/>
            <a:chOff x="0" y="0"/>
            <a:chExt cx="4963160" cy="478028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963160" cy="4780280"/>
            </a:xfrm>
            <a:custGeom>
              <a:avLst/>
              <a:gdLst/>
              <a:ahLst/>
              <a:cxnLst/>
              <a:rect l="l" t="t" r="r" b="b"/>
              <a:pathLst>
                <a:path w="4963160" h="478028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4816094" y="0"/>
                  </a:lnTo>
                  <a:cubicBezTo>
                    <a:pt x="4897374" y="0"/>
                    <a:pt x="4963160" y="65913"/>
                    <a:pt x="4963160" y="147066"/>
                  </a:cubicBezTo>
                  <a:lnTo>
                    <a:pt x="4963160" y="4633214"/>
                  </a:lnTo>
                  <a:cubicBezTo>
                    <a:pt x="4963160" y="4714494"/>
                    <a:pt x="4897247" y="4780280"/>
                    <a:pt x="4816094" y="4780280"/>
                  </a:cubicBezTo>
                  <a:lnTo>
                    <a:pt x="147066" y="4780280"/>
                  </a:lnTo>
                  <a:cubicBezTo>
                    <a:pt x="65913" y="4780280"/>
                    <a:pt x="0" y="4714367"/>
                    <a:pt x="0" y="4633214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518023" y="4324731"/>
            <a:ext cx="183642" cy="3146298"/>
            <a:chOff x="0" y="0"/>
            <a:chExt cx="244856" cy="419506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44729" cy="4195064"/>
            </a:xfrm>
            <a:custGeom>
              <a:avLst/>
              <a:gdLst/>
              <a:ahLst/>
              <a:cxnLst/>
              <a:rect l="l" t="t" r="r" b="b"/>
              <a:pathLst>
                <a:path w="244729" h="419506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4093083"/>
                  </a:lnTo>
                  <a:cubicBezTo>
                    <a:pt x="244729" y="4149471"/>
                    <a:pt x="199009" y="4195064"/>
                    <a:pt x="142748" y="4195064"/>
                  </a:cubicBezTo>
                  <a:lnTo>
                    <a:pt x="101981" y="4195064"/>
                  </a:lnTo>
                  <a:cubicBezTo>
                    <a:pt x="45593" y="4195064"/>
                    <a:pt x="0" y="4149344"/>
                    <a:pt x="0" y="4093083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856732" y="4416552"/>
            <a:ext cx="2907792" cy="478780"/>
            <a:chOff x="0" y="0"/>
            <a:chExt cx="3877056" cy="638373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3877056" cy="638373"/>
            </a:xfrm>
            <a:custGeom>
              <a:avLst/>
              <a:gdLst/>
              <a:ahLst/>
              <a:cxnLst/>
              <a:rect l="l" t="t" r="r" b="b"/>
              <a:pathLst>
                <a:path w="3877056" h="638373">
                  <a:moveTo>
                    <a:pt x="0" y="0"/>
                  </a:moveTo>
                  <a:lnTo>
                    <a:pt x="3877056" y="0"/>
                  </a:lnTo>
                  <a:lnTo>
                    <a:pt x="3877056" y="638373"/>
                  </a:lnTo>
                  <a:lnTo>
                    <a:pt x="0" y="638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502" b="-6417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9525"/>
              <a:ext cx="3877056" cy="647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v2 → v3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5856732" y="4950333"/>
            <a:ext cx="2907792" cy="787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62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UserEntity + ownership</a:t>
            </a:r>
          </a:p>
          <a:p>
            <a:pPr algn="l">
              <a:lnSpc>
                <a:spcPts val="2041"/>
              </a:lnSpc>
            </a:pPr>
            <a:r>
              <a:rPr lang="en-US" sz="162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TaskAttachmentEntity</a:t>
            </a:r>
          </a:p>
          <a:p>
            <a:pPr algn="l">
              <a:lnSpc>
                <a:spcPts val="2041"/>
              </a:lnSpc>
            </a:pPr>
            <a:r>
              <a:rPr lang="en-US" sz="162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Gán task cũ cho local-user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10880979" y="2802255"/>
            <a:ext cx="951738" cy="951738"/>
            <a:chOff x="0" y="0"/>
            <a:chExt cx="1268984" cy="126898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268984" cy="1268984"/>
            </a:xfrm>
            <a:custGeom>
              <a:avLst/>
              <a:gdLst/>
              <a:ahLst/>
              <a:cxnLst/>
              <a:rect l="l" t="t" r="r" b="b"/>
              <a:pathLst>
                <a:path w="1268984" h="1268984">
                  <a:moveTo>
                    <a:pt x="0" y="634492"/>
                  </a:moveTo>
                  <a:cubicBezTo>
                    <a:pt x="0" y="284099"/>
                    <a:pt x="284099" y="0"/>
                    <a:pt x="634492" y="0"/>
                  </a:cubicBezTo>
                  <a:cubicBezTo>
                    <a:pt x="984885" y="0"/>
                    <a:pt x="1268984" y="284099"/>
                    <a:pt x="1268984" y="634492"/>
                  </a:cubicBezTo>
                  <a:cubicBezTo>
                    <a:pt x="1268984" y="984885"/>
                    <a:pt x="984885" y="1268984"/>
                    <a:pt x="634492" y="1268984"/>
                  </a:cubicBezTo>
                  <a:cubicBezTo>
                    <a:pt x="284099" y="1268984"/>
                    <a:pt x="0" y="984885"/>
                    <a:pt x="0" y="634492"/>
                  </a:cubicBezTo>
                  <a:close/>
                </a:path>
              </a:pathLst>
            </a:custGeom>
            <a:solidFill>
              <a:srgbClr val="22D3EE">
                <a:alpha val="88235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0890504" y="3086100"/>
            <a:ext cx="932688" cy="327971"/>
            <a:chOff x="0" y="0"/>
            <a:chExt cx="1243584" cy="43729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243584" cy="437294"/>
            </a:xfrm>
            <a:custGeom>
              <a:avLst/>
              <a:gdLst/>
              <a:ahLst/>
              <a:cxnLst/>
              <a:rect l="l" t="t" r="r" b="b"/>
              <a:pathLst>
                <a:path w="1243584" h="437294">
                  <a:moveTo>
                    <a:pt x="0" y="0"/>
                  </a:moveTo>
                  <a:lnTo>
                    <a:pt x="1243584" y="0"/>
                  </a:lnTo>
                  <a:lnTo>
                    <a:pt x="1243584" y="437294"/>
                  </a:lnTo>
                  <a:lnTo>
                    <a:pt x="0" y="4372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773" b="69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1243584" cy="45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sp>
        <p:nvSpPr>
          <p:cNvPr id="83" name="AutoShape 83"/>
          <p:cNvSpPr/>
          <p:nvPr/>
        </p:nvSpPr>
        <p:spPr>
          <a:xfrm rot="38520">
            <a:off x="11804037" y="3268599"/>
            <a:ext cx="3398730" cy="0"/>
          </a:xfrm>
          <a:prstGeom prst="line">
            <a:avLst/>
          </a:prstGeom>
          <a:ln w="19050" cap="rnd">
            <a:solidFill>
              <a:srgbClr val="3341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84" name="Group 84"/>
          <p:cNvGrpSpPr/>
          <p:nvPr/>
        </p:nvGrpSpPr>
        <p:grpSpPr>
          <a:xfrm>
            <a:off x="9577959" y="4105275"/>
            <a:ext cx="3722370" cy="3585210"/>
            <a:chOff x="0" y="0"/>
            <a:chExt cx="4963160" cy="478028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4963160" cy="4780280"/>
            </a:xfrm>
            <a:custGeom>
              <a:avLst/>
              <a:gdLst/>
              <a:ahLst/>
              <a:cxnLst/>
              <a:rect l="l" t="t" r="r" b="b"/>
              <a:pathLst>
                <a:path w="4963160" h="478028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4816094" y="0"/>
                  </a:lnTo>
                  <a:cubicBezTo>
                    <a:pt x="4897374" y="0"/>
                    <a:pt x="4963160" y="65913"/>
                    <a:pt x="4963160" y="147066"/>
                  </a:cubicBezTo>
                  <a:lnTo>
                    <a:pt x="4963160" y="4633214"/>
                  </a:lnTo>
                  <a:cubicBezTo>
                    <a:pt x="4963160" y="4714494"/>
                    <a:pt x="4897247" y="4780280"/>
                    <a:pt x="4816094" y="4780280"/>
                  </a:cubicBezTo>
                  <a:lnTo>
                    <a:pt x="147066" y="4780280"/>
                  </a:lnTo>
                  <a:cubicBezTo>
                    <a:pt x="65913" y="4780280"/>
                    <a:pt x="0" y="4714367"/>
                    <a:pt x="0" y="4633214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797415" y="4324731"/>
            <a:ext cx="183642" cy="3146298"/>
            <a:chOff x="0" y="0"/>
            <a:chExt cx="244856" cy="419506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44729" cy="4195064"/>
            </a:xfrm>
            <a:custGeom>
              <a:avLst/>
              <a:gdLst/>
              <a:ahLst/>
              <a:cxnLst/>
              <a:rect l="l" t="t" r="r" b="b"/>
              <a:pathLst>
                <a:path w="244729" h="419506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4093083"/>
                  </a:lnTo>
                  <a:cubicBezTo>
                    <a:pt x="244729" y="4149471"/>
                    <a:pt x="199009" y="4195064"/>
                    <a:pt x="142748" y="4195064"/>
                  </a:cubicBezTo>
                  <a:lnTo>
                    <a:pt x="101981" y="4195064"/>
                  </a:lnTo>
                  <a:cubicBezTo>
                    <a:pt x="45593" y="4195064"/>
                    <a:pt x="0" y="4149344"/>
                    <a:pt x="0" y="4093083"/>
                  </a:cubicBezTo>
                  <a:close/>
                </a:path>
              </a:pathLst>
            </a:custGeom>
            <a:solidFill>
              <a:srgbClr val="22D3EE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0136124" y="4416552"/>
            <a:ext cx="2907792" cy="478780"/>
            <a:chOff x="0" y="0"/>
            <a:chExt cx="3877056" cy="638373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3877056" cy="638373"/>
            </a:xfrm>
            <a:custGeom>
              <a:avLst/>
              <a:gdLst/>
              <a:ahLst/>
              <a:cxnLst/>
              <a:rect l="l" t="t" r="r" b="b"/>
              <a:pathLst>
                <a:path w="3877056" h="638373">
                  <a:moveTo>
                    <a:pt x="0" y="0"/>
                  </a:moveTo>
                  <a:lnTo>
                    <a:pt x="3877056" y="0"/>
                  </a:lnTo>
                  <a:lnTo>
                    <a:pt x="3877056" y="638373"/>
                  </a:lnTo>
                  <a:lnTo>
                    <a:pt x="0" y="638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502" b="-6417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9525"/>
              <a:ext cx="3877056" cy="647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v3 → v4</a:t>
              </a:r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10136124" y="4950333"/>
            <a:ext cx="2907792" cy="787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62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isAppOwned</a:t>
            </a:r>
          </a:p>
          <a:p>
            <a:pPr algn="l">
              <a:lnSpc>
                <a:spcPts val="2041"/>
              </a:lnSpc>
            </a:pPr>
            <a:r>
              <a:rPr lang="en-US" sz="162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localRelativePath</a:t>
            </a:r>
          </a:p>
          <a:p>
            <a:pPr algn="l">
              <a:lnSpc>
                <a:spcPts val="2041"/>
              </a:lnSpc>
            </a:pPr>
            <a:r>
              <a:rPr lang="en-US" sz="162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Chuẩn bị portable backup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15160371" y="2802255"/>
            <a:ext cx="951738" cy="951738"/>
            <a:chOff x="0" y="0"/>
            <a:chExt cx="1268984" cy="126898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268984" cy="1268984"/>
            </a:xfrm>
            <a:custGeom>
              <a:avLst/>
              <a:gdLst/>
              <a:ahLst/>
              <a:cxnLst/>
              <a:rect l="l" t="t" r="r" b="b"/>
              <a:pathLst>
                <a:path w="1268984" h="1268984">
                  <a:moveTo>
                    <a:pt x="0" y="634492"/>
                  </a:moveTo>
                  <a:cubicBezTo>
                    <a:pt x="0" y="284099"/>
                    <a:pt x="284099" y="0"/>
                    <a:pt x="634492" y="0"/>
                  </a:cubicBezTo>
                  <a:cubicBezTo>
                    <a:pt x="984885" y="0"/>
                    <a:pt x="1268984" y="284099"/>
                    <a:pt x="1268984" y="634492"/>
                  </a:cubicBezTo>
                  <a:cubicBezTo>
                    <a:pt x="1268984" y="984885"/>
                    <a:pt x="984885" y="1268984"/>
                    <a:pt x="634492" y="1268984"/>
                  </a:cubicBezTo>
                  <a:cubicBezTo>
                    <a:pt x="284099" y="1268984"/>
                    <a:pt x="0" y="984885"/>
                    <a:pt x="0" y="634492"/>
                  </a:cubicBezTo>
                  <a:close/>
                </a:path>
              </a:pathLst>
            </a:custGeom>
            <a:solidFill>
              <a:srgbClr val="22C55E">
                <a:alpha val="88235"/>
              </a:srgbClr>
            </a:solidFill>
            <a:ln w="19050" cap="sq">
              <a:solidFill>
                <a:srgbClr val="22C55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5169896" y="3086100"/>
            <a:ext cx="932688" cy="327971"/>
            <a:chOff x="0" y="0"/>
            <a:chExt cx="1243584" cy="437294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243584" cy="437294"/>
            </a:xfrm>
            <a:custGeom>
              <a:avLst/>
              <a:gdLst/>
              <a:ahLst/>
              <a:cxnLst/>
              <a:rect l="l" t="t" r="r" b="b"/>
              <a:pathLst>
                <a:path w="1243584" h="437294">
                  <a:moveTo>
                    <a:pt x="0" y="0"/>
                  </a:moveTo>
                  <a:lnTo>
                    <a:pt x="1243584" y="0"/>
                  </a:lnTo>
                  <a:lnTo>
                    <a:pt x="1243584" y="437294"/>
                  </a:lnTo>
                  <a:lnTo>
                    <a:pt x="0" y="4372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773" b="69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19050"/>
              <a:ext cx="1243584" cy="45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3857351" y="4105275"/>
            <a:ext cx="3722370" cy="3585210"/>
            <a:chOff x="0" y="0"/>
            <a:chExt cx="4963160" cy="478028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4963160" cy="4780280"/>
            </a:xfrm>
            <a:custGeom>
              <a:avLst/>
              <a:gdLst/>
              <a:ahLst/>
              <a:cxnLst/>
              <a:rect l="l" t="t" r="r" b="b"/>
              <a:pathLst>
                <a:path w="4963160" h="478028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4816094" y="0"/>
                  </a:lnTo>
                  <a:cubicBezTo>
                    <a:pt x="4897374" y="0"/>
                    <a:pt x="4963160" y="65913"/>
                    <a:pt x="4963160" y="147066"/>
                  </a:cubicBezTo>
                  <a:lnTo>
                    <a:pt x="4963160" y="4633214"/>
                  </a:lnTo>
                  <a:cubicBezTo>
                    <a:pt x="4963160" y="4714494"/>
                    <a:pt x="4897247" y="4780280"/>
                    <a:pt x="4816094" y="4780280"/>
                  </a:cubicBezTo>
                  <a:lnTo>
                    <a:pt x="147066" y="4780280"/>
                  </a:lnTo>
                  <a:cubicBezTo>
                    <a:pt x="65913" y="4780280"/>
                    <a:pt x="0" y="4714367"/>
                    <a:pt x="0" y="4633214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4076807" y="4324731"/>
            <a:ext cx="183642" cy="3146298"/>
            <a:chOff x="0" y="0"/>
            <a:chExt cx="244856" cy="4195064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44729" cy="4195064"/>
            </a:xfrm>
            <a:custGeom>
              <a:avLst/>
              <a:gdLst/>
              <a:ahLst/>
              <a:cxnLst/>
              <a:rect l="l" t="t" r="r" b="b"/>
              <a:pathLst>
                <a:path w="244729" h="419506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4093083"/>
                  </a:lnTo>
                  <a:cubicBezTo>
                    <a:pt x="244729" y="4149471"/>
                    <a:pt x="199009" y="4195064"/>
                    <a:pt x="142748" y="4195064"/>
                  </a:cubicBezTo>
                  <a:lnTo>
                    <a:pt x="101981" y="4195064"/>
                  </a:lnTo>
                  <a:cubicBezTo>
                    <a:pt x="45593" y="4195064"/>
                    <a:pt x="0" y="4149344"/>
                    <a:pt x="0" y="4093083"/>
                  </a:cubicBez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4415516" y="4416552"/>
            <a:ext cx="2907792" cy="478780"/>
            <a:chOff x="0" y="0"/>
            <a:chExt cx="3877056" cy="638373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3877056" cy="638373"/>
            </a:xfrm>
            <a:custGeom>
              <a:avLst/>
              <a:gdLst/>
              <a:ahLst/>
              <a:cxnLst/>
              <a:rect l="l" t="t" r="r" b="b"/>
              <a:pathLst>
                <a:path w="3877056" h="638373">
                  <a:moveTo>
                    <a:pt x="0" y="0"/>
                  </a:moveTo>
                  <a:lnTo>
                    <a:pt x="3877056" y="0"/>
                  </a:lnTo>
                  <a:lnTo>
                    <a:pt x="3877056" y="638373"/>
                  </a:lnTo>
                  <a:lnTo>
                    <a:pt x="0" y="638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502" b="-6417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9525"/>
              <a:ext cx="3877056" cy="647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v4 → v5</a:t>
              </a:r>
            </a:p>
          </p:txBody>
        </p:sp>
      </p:grpSp>
      <p:sp>
        <p:nvSpPr>
          <p:cNvPr id="104" name="TextBox 104"/>
          <p:cNvSpPr txBox="1"/>
          <p:nvPr/>
        </p:nvSpPr>
        <p:spPr>
          <a:xfrm>
            <a:off x="14415516" y="4950333"/>
            <a:ext cx="2907792" cy="1044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62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Rebuild tasks</a:t>
            </a:r>
          </a:p>
          <a:p>
            <a:pPr algn="l">
              <a:lnSpc>
                <a:spcPts val="2041"/>
              </a:lnSpc>
            </a:pPr>
            <a:r>
              <a:rPr lang="en-US" sz="162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Foreign Key assigneeUserId</a:t>
            </a:r>
          </a:p>
          <a:p>
            <a:pPr algn="l">
              <a:lnSpc>
                <a:spcPts val="2041"/>
              </a:lnSpc>
            </a:pPr>
            <a:r>
              <a:rPr lang="en-US" sz="162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UPDATE CASCADE • ON DELETE RESTRICT</a:t>
            </a:r>
          </a:p>
        </p:txBody>
      </p:sp>
      <p:grpSp>
        <p:nvGrpSpPr>
          <p:cNvPr id="105" name="Group 105"/>
          <p:cNvGrpSpPr/>
          <p:nvPr/>
        </p:nvGrpSpPr>
        <p:grpSpPr>
          <a:xfrm>
            <a:off x="6505575" y="8466963"/>
            <a:ext cx="5025390" cy="485394"/>
            <a:chOff x="0" y="0"/>
            <a:chExt cx="6700520" cy="647192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6700520" cy="647192"/>
            </a:xfrm>
            <a:custGeom>
              <a:avLst/>
              <a:gdLst/>
              <a:ahLst/>
              <a:cxnLst/>
              <a:rect l="l" t="t" r="r" b="b"/>
              <a:pathLst>
                <a:path w="670052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6548247" y="0"/>
                  </a:lnTo>
                  <a:cubicBezTo>
                    <a:pt x="6632321" y="0"/>
                    <a:pt x="6700520" y="68199"/>
                    <a:pt x="6700520" y="152273"/>
                  </a:cubicBezTo>
                  <a:lnTo>
                    <a:pt x="6700520" y="494919"/>
                  </a:lnTo>
                  <a:cubicBezTo>
                    <a:pt x="6700520" y="578993"/>
                    <a:pt x="6632321" y="647192"/>
                    <a:pt x="654824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EF4444">
                <a:alpha val="4706"/>
              </a:srgbClr>
            </a:solidFill>
            <a:ln w="19050" cap="sq">
              <a:solidFill>
                <a:srgbClr val="EF4444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6638544" y="8558784"/>
            <a:ext cx="4759452" cy="278918"/>
            <a:chOff x="0" y="0"/>
            <a:chExt cx="6345936" cy="37189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6345936" cy="371890"/>
            </a:xfrm>
            <a:custGeom>
              <a:avLst/>
              <a:gdLst/>
              <a:ahLst/>
              <a:cxnLst/>
              <a:rect l="l" t="t" r="r" b="b"/>
              <a:pathLst>
                <a:path w="6345936" h="371890">
                  <a:moveTo>
                    <a:pt x="0" y="0"/>
                  </a:moveTo>
                  <a:lnTo>
                    <a:pt x="6345936" y="0"/>
                  </a:lnTo>
                  <a:lnTo>
                    <a:pt x="634593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3316" b="-28166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0" y="-19050"/>
              <a:ext cx="634593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 DESTRUCTIVE MIGRATION</a:t>
              </a:r>
            </a:p>
          </p:txBody>
        </p:sp>
      </p:grpSp>
      <p:sp>
        <p:nvSpPr>
          <p:cNvPr id="110" name="TextBox 110"/>
          <p:cNvSpPr txBox="1"/>
          <p:nvPr/>
        </p:nvSpPr>
        <p:spPr>
          <a:xfrm>
            <a:off x="17076420" y="9691878"/>
            <a:ext cx="54864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65742"/>
            <a:chOff x="0" y="0"/>
            <a:chExt cx="3840480" cy="354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54323"/>
            </a:xfrm>
            <a:custGeom>
              <a:avLst/>
              <a:gdLst/>
              <a:ahLst/>
              <a:cxnLst/>
              <a:rect l="l" t="t" r="r" b="b"/>
              <a:pathLst>
                <a:path w="3840480" h="354323">
                  <a:moveTo>
                    <a:pt x="0" y="0"/>
                  </a:moveTo>
                  <a:lnTo>
                    <a:pt x="3840480" y="0"/>
                  </a:lnTo>
                  <a:lnTo>
                    <a:pt x="384048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744" b="-1576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84048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3B82F6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850392" y="617220"/>
            <a:ext cx="5897880" cy="329184"/>
            <a:chOff x="0" y="0"/>
            <a:chExt cx="7863840" cy="4389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863840" cy="438912"/>
            </a:xfrm>
            <a:custGeom>
              <a:avLst/>
              <a:gdLst/>
              <a:ahLst/>
              <a:cxnLst/>
              <a:rect l="l" t="t" r="r" b="b"/>
              <a:pathLst>
                <a:path w="7863840" h="438912">
                  <a:moveTo>
                    <a:pt x="0" y="0"/>
                  </a:moveTo>
                  <a:lnTo>
                    <a:pt x="7863840" y="0"/>
                  </a:lnTo>
                  <a:lnTo>
                    <a:pt x="7863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9106" b="-29910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863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09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0392" y="1069848"/>
            <a:ext cx="16322040" cy="822960"/>
            <a:chOff x="0" y="0"/>
            <a:chExt cx="21762720" cy="10972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62720" cy="1097280"/>
            </a:xfrm>
            <a:custGeom>
              <a:avLst/>
              <a:gdLst/>
              <a:ahLst/>
              <a:cxnLst/>
              <a:rect l="l" t="t" r="r" b="b"/>
              <a:pathLst>
                <a:path w="21762720" h="109728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6453" b="-33645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1762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Reminder, Recurring Task &amp; Attachment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0392" y="1947672"/>
            <a:ext cx="16184880" cy="548640"/>
            <a:chOff x="0" y="0"/>
            <a:chExt cx="2157984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157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Reminder chạy local; attachment được quản lý qua Android storage APIs.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97280" y="2784348"/>
            <a:ext cx="3429000" cy="478780"/>
            <a:chOff x="0" y="0"/>
            <a:chExt cx="4572000" cy="63837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572000" cy="638373"/>
            </a:xfrm>
            <a:custGeom>
              <a:avLst/>
              <a:gdLst/>
              <a:ahLst/>
              <a:cxnLst/>
              <a:rect l="l" t="t" r="r" b="b"/>
              <a:pathLst>
                <a:path w="4572000" h="638373">
                  <a:moveTo>
                    <a:pt x="0" y="0"/>
                  </a:moveTo>
                  <a:lnTo>
                    <a:pt x="4572000" y="0"/>
                  </a:lnTo>
                  <a:lnTo>
                    <a:pt x="4572000" y="638373"/>
                  </a:lnTo>
                  <a:lnTo>
                    <a:pt x="0" y="638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579" b="-8252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4572000" cy="6478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Reminder flow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87755" y="3584067"/>
            <a:ext cx="1692402" cy="979170"/>
            <a:chOff x="0" y="0"/>
            <a:chExt cx="2256536" cy="130556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256536" cy="1305560"/>
            </a:xfrm>
            <a:custGeom>
              <a:avLst/>
              <a:gdLst/>
              <a:ahLst/>
              <a:cxnLst/>
              <a:rect l="l" t="t" r="r" b="b"/>
              <a:pathLst>
                <a:path w="2256536" h="1305560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2163318" y="0"/>
                  </a:lnTo>
                  <a:cubicBezTo>
                    <a:pt x="2214880" y="0"/>
                    <a:pt x="2256536" y="41783"/>
                    <a:pt x="2256536" y="93218"/>
                  </a:cubicBezTo>
                  <a:lnTo>
                    <a:pt x="2256536" y="1212342"/>
                  </a:lnTo>
                  <a:cubicBezTo>
                    <a:pt x="2256536" y="1263904"/>
                    <a:pt x="2214753" y="1305560"/>
                    <a:pt x="2163318" y="1305560"/>
                  </a:cubicBezTo>
                  <a:lnTo>
                    <a:pt x="93218" y="1305560"/>
                  </a:lnTo>
                  <a:cubicBezTo>
                    <a:pt x="41783" y="1305560"/>
                    <a:pt x="0" y="1263777"/>
                    <a:pt x="0" y="1212342"/>
                  </a:cubicBezTo>
                  <a:close/>
                </a:path>
              </a:pathLst>
            </a:custGeom>
            <a:solidFill>
              <a:srgbClr val="151E33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34440" y="3867912"/>
            <a:ext cx="1399032" cy="342900"/>
            <a:chOff x="0" y="0"/>
            <a:chExt cx="1865376" cy="4572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865376" cy="457200"/>
            </a:xfrm>
            <a:custGeom>
              <a:avLst/>
              <a:gdLst/>
              <a:ahLst/>
              <a:cxnLst/>
              <a:rect l="l" t="t" r="r" b="b"/>
              <a:pathLst>
                <a:path w="1865376" h="457200">
                  <a:moveTo>
                    <a:pt x="0" y="0"/>
                  </a:moveTo>
                  <a:lnTo>
                    <a:pt x="1865376" y="0"/>
                  </a:lnTo>
                  <a:lnTo>
                    <a:pt x="18653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498" b="-2949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1865376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84"/>
                </a:lnSpc>
              </a:pPr>
              <a:r>
                <a:rPr lang="en-US" sz="132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Save / Edit Task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815971" y="3872103"/>
            <a:ext cx="293370" cy="348234"/>
            <a:chOff x="0" y="0"/>
            <a:chExt cx="391160" cy="46431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91160" cy="464312"/>
            </a:xfrm>
            <a:custGeom>
              <a:avLst/>
              <a:gdLst/>
              <a:ahLst/>
              <a:cxnLst/>
              <a:rect l="l" t="t" r="r" b="b"/>
              <a:pathLst>
                <a:path w="391160" h="464312">
                  <a:moveTo>
                    <a:pt x="0" y="0"/>
                  </a:moveTo>
                  <a:lnTo>
                    <a:pt x="195580" y="0"/>
                  </a:lnTo>
                  <a:lnTo>
                    <a:pt x="391160" y="232156"/>
                  </a:lnTo>
                  <a:lnTo>
                    <a:pt x="195580" y="464312"/>
                  </a:lnTo>
                  <a:lnTo>
                    <a:pt x="0" y="464312"/>
                  </a:lnTo>
                  <a:lnTo>
                    <a:pt x="195580" y="232156"/>
                  </a:lnTo>
                  <a:close/>
                </a:path>
              </a:pathLst>
            </a:custGeom>
            <a:solidFill>
              <a:srgbClr val="7C3AED">
                <a:alpha val="63922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172587" y="3584067"/>
            <a:ext cx="1692402" cy="979170"/>
            <a:chOff x="0" y="0"/>
            <a:chExt cx="2256536" cy="130556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56536" cy="1305560"/>
            </a:xfrm>
            <a:custGeom>
              <a:avLst/>
              <a:gdLst/>
              <a:ahLst/>
              <a:cxnLst/>
              <a:rect l="l" t="t" r="r" b="b"/>
              <a:pathLst>
                <a:path w="2256536" h="1305560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2163318" y="0"/>
                  </a:lnTo>
                  <a:cubicBezTo>
                    <a:pt x="2214880" y="0"/>
                    <a:pt x="2256536" y="41783"/>
                    <a:pt x="2256536" y="93218"/>
                  </a:cubicBezTo>
                  <a:lnTo>
                    <a:pt x="2256536" y="1212342"/>
                  </a:lnTo>
                  <a:cubicBezTo>
                    <a:pt x="2256536" y="1263904"/>
                    <a:pt x="2214753" y="1305560"/>
                    <a:pt x="2163318" y="1305560"/>
                  </a:cubicBezTo>
                  <a:lnTo>
                    <a:pt x="93218" y="1305560"/>
                  </a:lnTo>
                  <a:cubicBezTo>
                    <a:pt x="41783" y="1305560"/>
                    <a:pt x="0" y="1263777"/>
                    <a:pt x="0" y="1212342"/>
                  </a:cubicBezTo>
                  <a:close/>
                </a:path>
              </a:pathLst>
            </a:custGeom>
            <a:solidFill>
              <a:srgbClr val="151E33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319272" y="3867912"/>
            <a:ext cx="1399032" cy="342900"/>
            <a:chOff x="0" y="0"/>
            <a:chExt cx="1865376" cy="4572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865376" cy="457200"/>
            </a:xfrm>
            <a:custGeom>
              <a:avLst/>
              <a:gdLst/>
              <a:ahLst/>
              <a:cxnLst/>
              <a:rect l="l" t="t" r="r" b="b"/>
              <a:pathLst>
                <a:path w="1865376" h="457200">
                  <a:moveTo>
                    <a:pt x="0" y="0"/>
                  </a:moveTo>
                  <a:lnTo>
                    <a:pt x="1865376" y="0"/>
                  </a:lnTo>
                  <a:lnTo>
                    <a:pt x="18653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498" b="-2949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1865376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84"/>
                </a:lnSpc>
              </a:pPr>
              <a:r>
                <a:rPr lang="en-US" sz="132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Scheduler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900803" y="3872103"/>
            <a:ext cx="293370" cy="348234"/>
            <a:chOff x="0" y="0"/>
            <a:chExt cx="391160" cy="46431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91160" cy="464312"/>
            </a:xfrm>
            <a:custGeom>
              <a:avLst/>
              <a:gdLst/>
              <a:ahLst/>
              <a:cxnLst/>
              <a:rect l="l" t="t" r="r" b="b"/>
              <a:pathLst>
                <a:path w="391160" h="464312">
                  <a:moveTo>
                    <a:pt x="0" y="0"/>
                  </a:moveTo>
                  <a:lnTo>
                    <a:pt x="195580" y="0"/>
                  </a:lnTo>
                  <a:lnTo>
                    <a:pt x="391160" y="232156"/>
                  </a:lnTo>
                  <a:lnTo>
                    <a:pt x="195580" y="464312"/>
                  </a:lnTo>
                  <a:lnTo>
                    <a:pt x="0" y="464312"/>
                  </a:lnTo>
                  <a:lnTo>
                    <a:pt x="195580" y="232156"/>
                  </a:lnTo>
                  <a:close/>
                </a:path>
              </a:pathLst>
            </a:custGeom>
            <a:solidFill>
              <a:srgbClr val="7C3AED">
                <a:alpha val="63922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257419" y="3584067"/>
            <a:ext cx="1692402" cy="979170"/>
            <a:chOff x="0" y="0"/>
            <a:chExt cx="2256536" cy="130556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256536" cy="1305560"/>
            </a:xfrm>
            <a:custGeom>
              <a:avLst/>
              <a:gdLst/>
              <a:ahLst/>
              <a:cxnLst/>
              <a:rect l="l" t="t" r="r" b="b"/>
              <a:pathLst>
                <a:path w="2256536" h="1305560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2163318" y="0"/>
                  </a:lnTo>
                  <a:cubicBezTo>
                    <a:pt x="2214880" y="0"/>
                    <a:pt x="2256536" y="41783"/>
                    <a:pt x="2256536" y="93218"/>
                  </a:cubicBezTo>
                  <a:lnTo>
                    <a:pt x="2256536" y="1212342"/>
                  </a:lnTo>
                  <a:cubicBezTo>
                    <a:pt x="2256536" y="1263904"/>
                    <a:pt x="2214753" y="1305560"/>
                    <a:pt x="2163318" y="1305560"/>
                  </a:cubicBezTo>
                  <a:lnTo>
                    <a:pt x="93218" y="1305560"/>
                  </a:lnTo>
                  <a:cubicBezTo>
                    <a:pt x="41783" y="1305560"/>
                    <a:pt x="0" y="1263777"/>
                    <a:pt x="0" y="1212342"/>
                  </a:cubicBezTo>
                  <a:close/>
                </a:path>
              </a:pathLst>
            </a:custGeom>
            <a:solidFill>
              <a:srgbClr val="151E33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404104" y="3867912"/>
            <a:ext cx="1399032" cy="342900"/>
            <a:chOff x="0" y="0"/>
            <a:chExt cx="1865376" cy="4572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865376" cy="457200"/>
            </a:xfrm>
            <a:custGeom>
              <a:avLst/>
              <a:gdLst/>
              <a:ahLst/>
              <a:cxnLst/>
              <a:rect l="l" t="t" r="r" b="b"/>
              <a:pathLst>
                <a:path w="1865376" h="457200">
                  <a:moveTo>
                    <a:pt x="0" y="0"/>
                  </a:moveTo>
                  <a:lnTo>
                    <a:pt x="1865376" y="0"/>
                  </a:lnTo>
                  <a:lnTo>
                    <a:pt x="18653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498" b="-2949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1865376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84"/>
                </a:lnSpc>
              </a:pPr>
              <a:r>
                <a:rPr lang="en-US" sz="132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AlarmManager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985635" y="3872103"/>
            <a:ext cx="293370" cy="348234"/>
            <a:chOff x="0" y="0"/>
            <a:chExt cx="391160" cy="46431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91160" cy="464312"/>
            </a:xfrm>
            <a:custGeom>
              <a:avLst/>
              <a:gdLst/>
              <a:ahLst/>
              <a:cxnLst/>
              <a:rect l="l" t="t" r="r" b="b"/>
              <a:pathLst>
                <a:path w="391160" h="464312">
                  <a:moveTo>
                    <a:pt x="0" y="0"/>
                  </a:moveTo>
                  <a:lnTo>
                    <a:pt x="195580" y="0"/>
                  </a:lnTo>
                  <a:lnTo>
                    <a:pt x="391160" y="232156"/>
                  </a:lnTo>
                  <a:lnTo>
                    <a:pt x="195580" y="464312"/>
                  </a:lnTo>
                  <a:lnTo>
                    <a:pt x="0" y="464312"/>
                  </a:lnTo>
                  <a:lnTo>
                    <a:pt x="195580" y="232156"/>
                  </a:lnTo>
                  <a:close/>
                </a:path>
              </a:pathLst>
            </a:custGeom>
            <a:solidFill>
              <a:srgbClr val="7C3AED">
                <a:alpha val="63922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342251" y="3584067"/>
            <a:ext cx="1692402" cy="979170"/>
            <a:chOff x="0" y="0"/>
            <a:chExt cx="2256536" cy="130556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56536" cy="1305560"/>
            </a:xfrm>
            <a:custGeom>
              <a:avLst/>
              <a:gdLst/>
              <a:ahLst/>
              <a:cxnLst/>
              <a:rect l="l" t="t" r="r" b="b"/>
              <a:pathLst>
                <a:path w="2256536" h="1305560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2163318" y="0"/>
                  </a:lnTo>
                  <a:cubicBezTo>
                    <a:pt x="2214880" y="0"/>
                    <a:pt x="2256536" y="41783"/>
                    <a:pt x="2256536" y="93218"/>
                  </a:cubicBezTo>
                  <a:lnTo>
                    <a:pt x="2256536" y="1212342"/>
                  </a:lnTo>
                  <a:cubicBezTo>
                    <a:pt x="2256536" y="1263904"/>
                    <a:pt x="2214753" y="1305560"/>
                    <a:pt x="2163318" y="1305560"/>
                  </a:cubicBezTo>
                  <a:lnTo>
                    <a:pt x="93218" y="1305560"/>
                  </a:lnTo>
                  <a:cubicBezTo>
                    <a:pt x="41783" y="1305560"/>
                    <a:pt x="0" y="1263777"/>
                    <a:pt x="0" y="1212342"/>
                  </a:cubicBezTo>
                  <a:close/>
                </a:path>
              </a:pathLst>
            </a:custGeom>
            <a:solidFill>
              <a:srgbClr val="151E33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488936" y="3867912"/>
            <a:ext cx="1453896" cy="461706"/>
            <a:chOff x="0" y="0"/>
            <a:chExt cx="1865376" cy="592377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865376" cy="592377"/>
            </a:xfrm>
            <a:custGeom>
              <a:avLst/>
              <a:gdLst/>
              <a:ahLst/>
              <a:cxnLst/>
              <a:rect l="l" t="t" r="r" b="b"/>
              <a:pathLst>
                <a:path w="1865376" h="592377">
                  <a:moveTo>
                    <a:pt x="0" y="0"/>
                  </a:moveTo>
                  <a:lnTo>
                    <a:pt x="1865376" y="0"/>
                  </a:lnTo>
                  <a:lnTo>
                    <a:pt x="1865376" y="592377"/>
                  </a:lnTo>
                  <a:lnTo>
                    <a:pt x="0" y="5923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767" b="5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1865376" cy="6114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59"/>
                </a:lnSpc>
              </a:pPr>
              <a:r>
                <a:rPr lang="en-US" sz="12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Reminder Receiver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070467" y="3872103"/>
            <a:ext cx="293370" cy="348234"/>
            <a:chOff x="0" y="0"/>
            <a:chExt cx="391160" cy="46431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391160" cy="464312"/>
            </a:xfrm>
            <a:custGeom>
              <a:avLst/>
              <a:gdLst/>
              <a:ahLst/>
              <a:cxnLst/>
              <a:rect l="l" t="t" r="r" b="b"/>
              <a:pathLst>
                <a:path w="391160" h="464312">
                  <a:moveTo>
                    <a:pt x="0" y="0"/>
                  </a:moveTo>
                  <a:lnTo>
                    <a:pt x="195580" y="0"/>
                  </a:lnTo>
                  <a:lnTo>
                    <a:pt x="391160" y="232156"/>
                  </a:lnTo>
                  <a:lnTo>
                    <a:pt x="195580" y="464312"/>
                  </a:lnTo>
                  <a:lnTo>
                    <a:pt x="0" y="464312"/>
                  </a:lnTo>
                  <a:lnTo>
                    <a:pt x="195580" y="232156"/>
                  </a:lnTo>
                  <a:close/>
                </a:path>
              </a:pathLst>
            </a:custGeom>
            <a:solidFill>
              <a:srgbClr val="7C3AED">
                <a:alpha val="63922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427083" y="3584067"/>
            <a:ext cx="1692402" cy="979170"/>
            <a:chOff x="0" y="0"/>
            <a:chExt cx="2256536" cy="130556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256536" cy="1305560"/>
            </a:xfrm>
            <a:custGeom>
              <a:avLst/>
              <a:gdLst/>
              <a:ahLst/>
              <a:cxnLst/>
              <a:rect l="l" t="t" r="r" b="b"/>
              <a:pathLst>
                <a:path w="2256536" h="1305560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2163318" y="0"/>
                  </a:lnTo>
                  <a:cubicBezTo>
                    <a:pt x="2214880" y="0"/>
                    <a:pt x="2256536" y="41783"/>
                    <a:pt x="2256536" y="93218"/>
                  </a:cubicBezTo>
                  <a:lnTo>
                    <a:pt x="2256536" y="1212342"/>
                  </a:lnTo>
                  <a:cubicBezTo>
                    <a:pt x="2256536" y="1263904"/>
                    <a:pt x="2214753" y="1305560"/>
                    <a:pt x="2163318" y="1305560"/>
                  </a:cubicBezTo>
                  <a:lnTo>
                    <a:pt x="93218" y="1305560"/>
                  </a:lnTo>
                  <a:cubicBezTo>
                    <a:pt x="41783" y="1305560"/>
                    <a:pt x="0" y="1263777"/>
                    <a:pt x="0" y="1212342"/>
                  </a:cubicBezTo>
                  <a:close/>
                </a:path>
              </a:pathLst>
            </a:custGeom>
            <a:solidFill>
              <a:srgbClr val="151E33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573768" y="3867912"/>
            <a:ext cx="1399032" cy="342900"/>
            <a:chOff x="0" y="0"/>
            <a:chExt cx="1865376" cy="4572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865376" cy="457200"/>
            </a:xfrm>
            <a:custGeom>
              <a:avLst/>
              <a:gdLst/>
              <a:ahLst/>
              <a:cxnLst/>
              <a:rect l="l" t="t" r="r" b="b"/>
              <a:pathLst>
                <a:path w="1865376" h="457200">
                  <a:moveTo>
                    <a:pt x="0" y="0"/>
                  </a:moveTo>
                  <a:lnTo>
                    <a:pt x="1865376" y="0"/>
                  </a:lnTo>
                  <a:lnTo>
                    <a:pt x="186537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498" b="-2949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19050"/>
              <a:ext cx="1865376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84"/>
                </a:lnSpc>
              </a:pPr>
              <a:r>
                <a:rPr lang="en-US" sz="132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Notification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97280" y="5143500"/>
            <a:ext cx="3291840" cy="452428"/>
            <a:chOff x="0" y="0"/>
            <a:chExt cx="4389120" cy="60323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389120" cy="603238"/>
            </a:xfrm>
            <a:custGeom>
              <a:avLst/>
              <a:gdLst/>
              <a:ahLst/>
              <a:cxnLst/>
              <a:rect l="l" t="t" r="r" b="b"/>
              <a:pathLst>
                <a:path w="4389120" h="603238">
                  <a:moveTo>
                    <a:pt x="0" y="0"/>
                  </a:moveTo>
                  <a:lnTo>
                    <a:pt x="4389120" y="0"/>
                  </a:lnTo>
                  <a:lnTo>
                    <a:pt x="4389120" y="603238"/>
                  </a:lnTo>
                  <a:lnTo>
                    <a:pt x="0" y="603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297" b="-8724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4389120" cy="62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Recurring Task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087755" y="5751195"/>
            <a:ext cx="1527810" cy="485394"/>
            <a:chOff x="0" y="0"/>
            <a:chExt cx="2037080" cy="64719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037080" cy="647192"/>
            </a:xfrm>
            <a:custGeom>
              <a:avLst/>
              <a:gdLst/>
              <a:ahLst/>
              <a:cxnLst/>
              <a:rect l="l" t="t" r="r" b="b"/>
              <a:pathLst>
                <a:path w="203708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1884807" y="0"/>
                  </a:lnTo>
                  <a:cubicBezTo>
                    <a:pt x="1968881" y="0"/>
                    <a:pt x="2037080" y="68199"/>
                    <a:pt x="2037080" y="152273"/>
                  </a:cubicBezTo>
                  <a:lnTo>
                    <a:pt x="2037080" y="494919"/>
                  </a:lnTo>
                  <a:cubicBezTo>
                    <a:pt x="2037080" y="578993"/>
                    <a:pt x="1968881" y="647192"/>
                    <a:pt x="188480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7C3AED">
                <a:alpha val="4706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220724" y="5843016"/>
            <a:ext cx="1261872" cy="278918"/>
            <a:chOff x="0" y="0"/>
            <a:chExt cx="1682496" cy="37189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682496" cy="371890"/>
            </a:xfrm>
            <a:custGeom>
              <a:avLst/>
              <a:gdLst/>
              <a:ahLst/>
              <a:cxnLst/>
              <a:rect l="l" t="t" r="r" b="b"/>
              <a:pathLst>
                <a:path w="1682496" h="371890">
                  <a:moveTo>
                    <a:pt x="0" y="0"/>
                  </a:moveTo>
                  <a:lnTo>
                    <a:pt x="1682496" y="0"/>
                  </a:lnTo>
                  <a:lnTo>
                    <a:pt x="168249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8977" b="-3732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19050"/>
              <a:ext cx="168249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Daily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2802255" y="5751195"/>
            <a:ext cx="1733550" cy="485394"/>
            <a:chOff x="0" y="0"/>
            <a:chExt cx="2311400" cy="64719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2311400" cy="647192"/>
            </a:xfrm>
            <a:custGeom>
              <a:avLst/>
              <a:gdLst/>
              <a:ahLst/>
              <a:cxnLst/>
              <a:rect l="l" t="t" r="r" b="b"/>
              <a:pathLst>
                <a:path w="231140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2159127" y="0"/>
                  </a:lnTo>
                  <a:cubicBezTo>
                    <a:pt x="2243201" y="0"/>
                    <a:pt x="2311400" y="68199"/>
                    <a:pt x="2311400" y="152273"/>
                  </a:cubicBezTo>
                  <a:lnTo>
                    <a:pt x="2311400" y="494919"/>
                  </a:lnTo>
                  <a:cubicBezTo>
                    <a:pt x="2311400" y="578993"/>
                    <a:pt x="2243201" y="647192"/>
                    <a:pt x="215912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3B82F6">
                <a:alpha val="4706"/>
              </a:srgbClr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2935224" y="5843016"/>
            <a:ext cx="1467612" cy="278918"/>
            <a:chOff x="0" y="0"/>
            <a:chExt cx="1956816" cy="37189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956816" cy="371890"/>
            </a:xfrm>
            <a:custGeom>
              <a:avLst/>
              <a:gdLst/>
              <a:ahLst/>
              <a:cxnLst/>
              <a:rect l="l" t="t" r="r" b="b"/>
              <a:pathLst>
                <a:path w="1956816" h="371890">
                  <a:moveTo>
                    <a:pt x="0" y="0"/>
                  </a:moveTo>
                  <a:lnTo>
                    <a:pt x="1956816" y="0"/>
                  </a:lnTo>
                  <a:lnTo>
                    <a:pt x="195681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350" b="-5170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19050"/>
              <a:ext cx="195681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Weekly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4722495" y="5751195"/>
            <a:ext cx="1870710" cy="485394"/>
            <a:chOff x="0" y="0"/>
            <a:chExt cx="2494280" cy="647192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494280" cy="647192"/>
            </a:xfrm>
            <a:custGeom>
              <a:avLst/>
              <a:gdLst/>
              <a:ahLst/>
              <a:cxnLst/>
              <a:rect l="l" t="t" r="r" b="b"/>
              <a:pathLst>
                <a:path w="249428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2342007" y="0"/>
                  </a:lnTo>
                  <a:cubicBezTo>
                    <a:pt x="2426081" y="0"/>
                    <a:pt x="2494280" y="68199"/>
                    <a:pt x="2494280" y="152273"/>
                  </a:cubicBezTo>
                  <a:lnTo>
                    <a:pt x="2494280" y="494919"/>
                  </a:lnTo>
                  <a:cubicBezTo>
                    <a:pt x="2494280" y="578993"/>
                    <a:pt x="2426081" y="647192"/>
                    <a:pt x="234200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22C55E">
                <a:alpha val="4706"/>
              </a:srgbClr>
            </a:solidFill>
            <a:ln w="19050" cap="sq">
              <a:solidFill>
                <a:srgbClr val="22C55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4855464" y="5843016"/>
            <a:ext cx="1604772" cy="278918"/>
            <a:chOff x="0" y="0"/>
            <a:chExt cx="2139696" cy="37189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139696" cy="371890"/>
            </a:xfrm>
            <a:custGeom>
              <a:avLst/>
              <a:gdLst/>
              <a:ahLst/>
              <a:cxnLst/>
              <a:rect l="l" t="t" r="r" b="b"/>
              <a:pathLst>
                <a:path w="2139696" h="371890">
                  <a:moveTo>
                    <a:pt x="0" y="0"/>
                  </a:moveTo>
                  <a:lnTo>
                    <a:pt x="2139696" y="0"/>
                  </a:lnTo>
                  <a:lnTo>
                    <a:pt x="213969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932" b="-61284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19050"/>
              <a:ext cx="213969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Monthly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097280" y="6665976"/>
            <a:ext cx="9121140" cy="685800"/>
            <a:chOff x="0" y="0"/>
            <a:chExt cx="12161520" cy="91440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2161520" cy="914400"/>
            </a:xfrm>
            <a:custGeom>
              <a:avLst/>
              <a:gdLst/>
              <a:ahLst/>
              <a:cxnLst/>
              <a:rect l="l" t="t" r="r" b="b"/>
              <a:pathLst>
                <a:path w="12161520" h="914400">
                  <a:moveTo>
                    <a:pt x="0" y="0"/>
                  </a:moveTo>
                  <a:lnTo>
                    <a:pt x="12161520" y="0"/>
                  </a:lnTo>
                  <a:lnTo>
                    <a:pt x="12161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9151" b="-20915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9525"/>
              <a:ext cx="121615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events: BOOT_COMPLETED • DATE_CHANGED • TIME_SET • TIMEZONE_CHANGED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97280" y="7708392"/>
            <a:ext cx="2743200" cy="452428"/>
            <a:chOff x="0" y="0"/>
            <a:chExt cx="3657600" cy="603238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657600" cy="603238"/>
            </a:xfrm>
            <a:custGeom>
              <a:avLst/>
              <a:gdLst/>
              <a:ahLst/>
              <a:cxnLst/>
              <a:rect l="l" t="t" r="r" b="b"/>
              <a:pathLst>
                <a:path w="3657600" h="603238">
                  <a:moveTo>
                    <a:pt x="0" y="0"/>
                  </a:moveTo>
                  <a:lnTo>
                    <a:pt x="3657600" y="0"/>
                  </a:lnTo>
                  <a:lnTo>
                    <a:pt x="3657600" y="603238"/>
                  </a:lnTo>
                  <a:lnTo>
                    <a:pt x="0" y="603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668" b="-63617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0" y="-19050"/>
              <a:ext cx="3657600" cy="62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Attachment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2990088" y="7708392"/>
            <a:ext cx="7269480" cy="438912"/>
            <a:chOff x="0" y="0"/>
            <a:chExt cx="9692640" cy="585216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9692640" cy="585216"/>
            </a:xfrm>
            <a:custGeom>
              <a:avLst/>
              <a:gdLst/>
              <a:ahLst/>
              <a:cxnLst/>
              <a:rect l="l" t="t" r="r" b="b"/>
              <a:pathLst>
                <a:path w="9692640" h="585216">
                  <a:moveTo>
                    <a:pt x="0" y="0"/>
                  </a:moveTo>
                  <a:lnTo>
                    <a:pt x="9692640" y="0"/>
                  </a:lnTo>
                  <a:lnTo>
                    <a:pt x="9692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2720" b="-27272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19050"/>
              <a:ext cx="96926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54"/>
                </a:lnSpc>
              </a:pPr>
              <a:r>
                <a:rPr lang="en-US" sz="1545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Storage Access Framework • FileProvider • app-owned storage • portable backup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3017818" y="2525078"/>
            <a:ext cx="3385185" cy="6265545"/>
            <a:chOff x="0" y="0"/>
            <a:chExt cx="4513580" cy="835406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4513580" cy="8354060"/>
            </a:xfrm>
            <a:custGeom>
              <a:avLst/>
              <a:gdLst/>
              <a:ahLst/>
              <a:cxnLst/>
              <a:rect l="l" t="t" r="r" b="b"/>
              <a:pathLst>
                <a:path w="4513580" h="835406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4292473" y="0"/>
                  </a:lnTo>
                  <a:cubicBezTo>
                    <a:pt x="4414520" y="0"/>
                    <a:pt x="4513580" y="98933"/>
                    <a:pt x="4513580" y="221107"/>
                  </a:cubicBezTo>
                  <a:lnTo>
                    <a:pt x="4513580" y="8132953"/>
                  </a:lnTo>
                  <a:cubicBezTo>
                    <a:pt x="4513580" y="8255000"/>
                    <a:pt x="4414647" y="8354060"/>
                    <a:pt x="4292473" y="8354060"/>
                  </a:cubicBezTo>
                  <a:lnTo>
                    <a:pt x="221107" y="8354060"/>
                  </a:lnTo>
                  <a:cubicBezTo>
                    <a:pt x="98933" y="8354060"/>
                    <a:pt x="0" y="8255127"/>
                    <a:pt x="0" y="8132953"/>
                  </a:cubicBezTo>
                  <a:close/>
                </a:path>
              </a:pathLst>
            </a:custGeom>
            <a:solidFill>
              <a:srgbClr val="05070D"/>
            </a:solidFill>
            <a:ln w="24765" cap="sq">
              <a:solidFill>
                <a:srgbClr val="A78BF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4163218" y="2623947"/>
            <a:ext cx="1094384" cy="128778"/>
            <a:chOff x="0" y="0"/>
            <a:chExt cx="1459179" cy="171704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1459230" cy="171704"/>
            </a:xfrm>
            <a:custGeom>
              <a:avLst/>
              <a:gdLst/>
              <a:ahLst/>
              <a:cxnLst/>
              <a:rect l="l" t="t" r="r" b="b"/>
              <a:pathLst>
                <a:path w="1459230" h="171704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394841" y="0"/>
                  </a:lnTo>
                  <a:cubicBezTo>
                    <a:pt x="1430401" y="0"/>
                    <a:pt x="1459230" y="28829"/>
                    <a:pt x="1459230" y="64389"/>
                  </a:cubicBezTo>
                  <a:lnTo>
                    <a:pt x="1459230" y="107315"/>
                  </a:lnTo>
                  <a:cubicBezTo>
                    <a:pt x="1459230" y="142875"/>
                    <a:pt x="1430401" y="171704"/>
                    <a:pt x="1394841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111827"/>
            </a:solidFill>
            <a:ln w="19050" cap="sq">
              <a:solidFill>
                <a:srgbClr val="111827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3312683" y="2743200"/>
            <a:ext cx="2795454" cy="5870448"/>
            <a:chOff x="0" y="0"/>
            <a:chExt cx="3727272" cy="7827264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3727323" cy="7827264"/>
            </a:xfrm>
            <a:custGeom>
              <a:avLst/>
              <a:gdLst/>
              <a:ahLst/>
              <a:cxnLst/>
              <a:rect l="l" t="t" r="r" b="b"/>
              <a:pathLst>
                <a:path w="3727323" h="7827264">
                  <a:moveTo>
                    <a:pt x="0" y="0"/>
                  </a:moveTo>
                  <a:lnTo>
                    <a:pt x="3727323" y="0"/>
                  </a:lnTo>
                  <a:lnTo>
                    <a:pt x="3727323" y="7827264"/>
                  </a:lnTo>
                  <a:lnTo>
                    <a:pt x="0" y="7827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188" b="-3188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3030200" y="8887968"/>
            <a:ext cx="3360420" cy="301752"/>
            <a:chOff x="0" y="0"/>
            <a:chExt cx="4480560" cy="402336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4480560" cy="402336"/>
            </a:xfrm>
            <a:custGeom>
              <a:avLst/>
              <a:gdLst/>
              <a:ahLst/>
              <a:cxnLst/>
              <a:rect l="l" t="t" r="r" b="b"/>
              <a:pathLst>
                <a:path w="4480560" h="402336">
                  <a:moveTo>
                    <a:pt x="0" y="0"/>
                  </a:moveTo>
                  <a:lnTo>
                    <a:pt x="4480560" y="0"/>
                  </a:lnTo>
                  <a:lnTo>
                    <a:pt x="44805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6992" b="-166992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0" y="-19050"/>
              <a:ext cx="4480560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D8E2F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Task Form — attachment &amp; actions</a:t>
              </a:r>
            </a:p>
          </p:txBody>
        </p:sp>
      </p:grpSp>
      <p:sp>
        <p:nvSpPr>
          <p:cNvPr id="122" name="TextBox 122"/>
          <p:cNvSpPr txBox="1"/>
          <p:nvPr/>
        </p:nvSpPr>
        <p:spPr>
          <a:xfrm>
            <a:off x="17076420" y="9691878"/>
            <a:ext cx="54864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46888"/>
            <a:chOff x="0" y="0"/>
            <a:chExt cx="3840480" cy="3291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29184"/>
            </a:xfrm>
            <a:custGeom>
              <a:avLst/>
              <a:gdLst/>
              <a:ahLst/>
              <a:cxnLst/>
              <a:rect l="l" t="t" r="r" b="b"/>
              <a:pathLst>
                <a:path w="3840480" h="329184">
                  <a:moveTo>
                    <a:pt x="0" y="0"/>
                  </a:moveTo>
                  <a:lnTo>
                    <a:pt x="3840480" y="0"/>
                  </a:lnTo>
                  <a:lnTo>
                    <a:pt x="38404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7325" b="-17732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384048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3B82F6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850392" y="617220"/>
            <a:ext cx="5897880" cy="329184"/>
            <a:chOff x="0" y="0"/>
            <a:chExt cx="7863840" cy="4389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863840" cy="438912"/>
            </a:xfrm>
            <a:custGeom>
              <a:avLst/>
              <a:gdLst/>
              <a:ahLst/>
              <a:cxnLst/>
              <a:rect l="l" t="t" r="r" b="b"/>
              <a:pathLst>
                <a:path w="7863840" h="438912">
                  <a:moveTo>
                    <a:pt x="0" y="0"/>
                  </a:moveTo>
                  <a:lnTo>
                    <a:pt x="7863840" y="0"/>
                  </a:lnTo>
                  <a:lnTo>
                    <a:pt x="7863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9106" b="-29910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863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0392" y="1069848"/>
            <a:ext cx="16322040" cy="822960"/>
            <a:chOff x="0" y="0"/>
            <a:chExt cx="21762720" cy="10972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62720" cy="1097280"/>
            </a:xfrm>
            <a:custGeom>
              <a:avLst/>
              <a:gdLst/>
              <a:ahLst/>
              <a:cxnLst/>
              <a:rect l="l" t="t" r="r" b="b"/>
              <a:pathLst>
                <a:path w="21762720" h="109728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6453" b="-33645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1762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Timeline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0392" y="1947672"/>
            <a:ext cx="16184880" cy="548640"/>
            <a:chOff x="0" y="0"/>
            <a:chExt cx="2157984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157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Feature nổi bật: theo dõi task theo thời gian trực quan hơn.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69848" y="2811780"/>
            <a:ext cx="8229600" cy="5417820"/>
            <a:chOff x="0" y="0"/>
            <a:chExt cx="10972800" cy="72237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972800" cy="7223760"/>
            </a:xfrm>
            <a:custGeom>
              <a:avLst/>
              <a:gdLst/>
              <a:ahLst/>
              <a:cxnLst/>
              <a:rect l="l" t="t" r="r" b="b"/>
              <a:pathLst>
                <a:path w="10972800" h="7223760">
                  <a:moveTo>
                    <a:pt x="0" y="0"/>
                  </a:moveTo>
                  <a:lnTo>
                    <a:pt x="10972800" y="0"/>
                  </a:lnTo>
                  <a:lnTo>
                    <a:pt x="10972800" y="7223760"/>
                  </a:lnTo>
                  <a:lnTo>
                    <a:pt x="0" y="722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466" r="-3446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10972800" cy="72809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5"/>
                </a:lnSpc>
              </a:pPr>
              <a:r>
                <a:rPr lang="en-US" sz="1829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Cột Task cố định</a:t>
              </a:r>
              <a:r>
                <a:rPr lang="en-US" sz="1829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— timeline scroll ngang độc lập</a:t>
              </a:r>
            </a:p>
            <a:p>
              <a:pPr algn="l">
                <a:lnSpc>
                  <a:spcPts val="2525"/>
                </a:lnSpc>
              </a:pPr>
              <a:r>
                <a:rPr lang="en-US" sz="1829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Highlight Today</a:t>
              </a:r>
              <a:r>
                <a:rPr lang="en-US" sz="1829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— nhận biết nhanh ngày hiện tại</a:t>
              </a:r>
            </a:p>
            <a:p>
              <a:pPr algn="l">
                <a:lnSpc>
                  <a:spcPts val="2525"/>
                </a:lnSpc>
              </a:pPr>
              <a:r>
                <a:rPr lang="en-US" sz="1829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Task bar theo status</a:t>
              </a:r>
              <a:r>
                <a:rPr lang="en-US" sz="1829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— Pending / In Progress / Completed / Overdue</a:t>
              </a:r>
            </a:p>
            <a:p>
              <a:pPr algn="l">
                <a:lnSpc>
                  <a:spcPts val="2525"/>
                </a:lnSpc>
              </a:pPr>
              <a:r>
                <a:rPr lang="en-US" sz="1829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Sync vertical scroll</a:t>
              </a:r>
              <a:r>
                <a:rPr lang="en-US" sz="1829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— Task và Timeline luôn cùng hàng</a:t>
              </a:r>
            </a:p>
            <a:p>
              <a:pPr algn="l">
                <a:lnSpc>
                  <a:spcPts val="2525"/>
                </a:lnSpc>
              </a:pPr>
              <a:r>
                <a:rPr lang="en-US" sz="1829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Xử lý ngày bất thường</a:t>
              </a:r>
              <a:r>
                <a:rPr lang="en-US" sz="1829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— tránh kéo timeline về mốc sai gây lag</a:t>
              </a:r>
            </a:p>
            <a:p>
              <a:pPr algn="l">
                <a:lnSpc>
                  <a:spcPts val="2525"/>
                </a:lnSpc>
              </a:pPr>
              <a:r>
                <a:rPr lang="en-US" sz="1829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Auto-scroll về Today</a:t>
              </a:r>
              <a:r>
                <a:rPr lang="en-US" sz="1829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— khi ngày hiện tại nằm trong khoảng timeline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499235" y="8494395"/>
            <a:ext cx="3928110" cy="485394"/>
            <a:chOff x="0" y="0"/>
            <a:chExt cx="5237480" cy="64719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237480" cy="647192"/>
            </a:xfrm>
            <a:custGeom>
              <a:avLst/>
              <a:gdLst/>
              <a:ahLst/>
              <a:cxnLst/>
              <a:rect l="l" t="t" r="r" b="b"/>
              <a:pathLst>
                <a:path w="523748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5085207" y="0"/>
                  </a:lnTo>
                  <a:cubicBezTo>
                    <a:pt x="5169281" y="0"/>
                    <a:pt x="5237480" y="68199"/>
                    <a:pt x="5237480" y="152273"/>
                  </a:cubicBezTo>
                  <a:lnTo>
                    <a:pt x="5237480" y="494919"/>
                  </a:lnTo>
                  <a:cubicBezTo>
                    <a:pt x="5237480" y="578993"/>
                    <a:pt x="5169281" y="647192"/>
                    <a:pt x="508520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7C3AED">
                <a:alpha val="4706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632204" y="8586216"/>
            <a:ext cx="3662172" cy="274320"/>
            <a:chOff x="0" y="0"/>
            <a:chExt cx="4882896" cy="36576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882896" cy="365760"/>
            </a:xfrm>
            <a:custGeom>
              <a:avLst/>
              <a:gdLst/>
              <a:ahLst/>
              <a:cxnLst/>
              <a:rect l="l" t="t" r="r" b="b"/>
              <a:pathLst>
                <a:path w="4882896" h="365760">
                  <a:moveTo>
                    <a:pt x="0" y="0"/>
                  </a:moveTo>
                  <a:lnTo>
                    <a:pt x="4882896" y="0"/>
                  </a:lnTo>
                  <a:lnTo>
                    <a:pt x="488289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0125" b="-21012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4882896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From Tasks to Progress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1303318" y="2429066"/>
            <a:ext cx="3865245" cy="6677025"/>
            <a:chOff x="0" y="0"/>
            <a:chExt cx="5153660" cy="89027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153660" cy="8902700"/>
            </a:xfrm>
            <a:custGeom>
              <a:avLst/>
              <a:gdLst/>
              <a:ahLst/>
              <a:cxnLst/>
              <a:rect l="l" t="t" r="r" b="b"/>
              <a:pathLst>
                <a:path w="5153660" h="890270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4932807" y="0"/>
                  </a:lnTo>
                  <a:cubicBezTo>
                    <a:pt x="5054854" y="0"/>
                    <a:pt x="5153660" y="98933"/>
                    <a:pt x="5153660" y="220853"/>
                  </a:cubicBezTo>
                  <a:lnTo>
                    <a:pt x="5153660" y="8681847"/>
                  </a:lnTo>
                  <a:cubicBezTo>
                    <a:pt x="5153660" y="8803894"/>
                    <a:pt x="5054727" y="8902700"/>
                    <a:pt x="4932807" y="8902700"/>
                  </a:cubicBezTo>
                  <a:lnTo>
                    <a:pt x="220853" y="8902700"/>
                  </a:lnTo>
                  <a:cubicBezTo>
                    <a:pt x="98933" y="8902700"/>
                    <a:pt x="0" y="8803767"/>
                    <a:pt x="0" y="8681847"/>
                  </a:cubicBezTo>
                  <a:close/>
                </a:path>
              </a:pathLst>
            </a:custGeom>
            <a:solidFill>
              <a:srgbClr val="05070D"/>
            </a:solidFill>
            <a:ln w="24765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611938" y="2527935"/>
            <a:ext cx="1248004" cy="128778"/>
            <a:chOff x="0" y="0"/>
            <a:chExt cx="1664005" cy="17170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663954" cy="171704"/>
            </a:xfrm>
            <a:custGeom>
              <a:avLst/>
              <a:gdLst/>
              <a:ahLst/>
              <a:cxnLst/>
              <a:rect l="l" t="t" r="r" b="b"/>
              <a:pathLst>
                <a:path w="1663954" h="171704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lnTo>
                    <a:pt x="1599565" y="0"/>
                  </a:lnTo>
                  <a:cubicBezTo>
                    <a:pt x="1635125" y="0"/>
                    <a:pt x="1663954" y="28829"/>
                    <a:pt x="1663954" y="64389"/>
                  </a:cubicBezTo>
                  <a:lnTo>
                    <a:pt x="1663954" y="107315"/>
                  </a:lnTo>
                  <a:cubicBezTo>
                    <a:pt x="1663954" y="142875"/>
                    <a:pt x="1635125" y="171704"/>
                    <a:pt x="1599565" y="171704"/>
                  </a:cubicBezTo>
                  <a:lnTo>
                    <a:pt x="64389" y="171704"/>
                  </a:lnTo>
                  <a:cubicBezTo>
                    <a:pt x="28829" y="171704"/>
                    <a:pt x="0" y="142875"/>
                    <a:pt x="0" y="107315"/>
                  </a:cubicBezTo>
                  <a:close/>
                </a:path>
              </a:pathLst>
            </a:custGeom>
            <a:solidFill>
              <a:srgbClr val="111827"/>
            </a:solidFill>
            <a:ln w="19050" cap="sq">
              <a:solidFill>
                <a:srgbClr val="111827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743096" y="2647188"/>
            <a:ext cx="2985678" cy="6281928"/>
            <a:chOff x="0" y="0"/>
            <a:chExt cx="3980904" cy="8375904"/>
          </a:xfrm>
        </p:grpSpPr>
        <p:sp>
          <p:nvSpPr>
            <p:cNvPr id="63" name="Freeform 63" descr="/mnt/data/ghostwriter_images/context/7ff5423a-ca8c-5403-8d4f-e048f5a69ef7.png"/>
            <p:cNvSpPr/>
            <p:nvPr/>
          </p:nvSpPr>
          <p:spPr>
            <a:xfrm>
              <a:off x="0" y="0"/>
              <a:ext cx="3980942" cy="8375904"/>
            </a:xfrm>
            <a:custGeom>
              <a:avLst/>
              <a:gdLst/>
              <a:ahLst/>
              <a:cxnLst/>
              <a:rect l="l" t="t" r="r" b="b"/>
              <a:pathLst>
                <a:path w="3980942" h="8375904">
                  <a:moveTo>
                    <a:pt x="0" y="0"/>
                  </a:moveTo>
                  <a:lnTo>
                    <a:pt x="3980942" y="0"/>
                  </a:lnTo>
                  <a:lnTo>
                    <a:pt x="3980942" y="8375904"/>
                  </a:lnTo>
                  <a:lnTo>
                    <a:pt x="0" y="8375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315700" y="9203436"/>
            <a:ext cx="3840480" cy="301752"/>
            <a:chOff x="0" y="0"/>
            <a:chExt cx="5120640" cy="40233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120640" cy="402336"/>
            </a:xfrm>
            <a:custGeom>
              <a:avLst/>
              <a:gdLst/>
              <a:ahLst/>
              <a:cxnLst/>
              <a:rect l="l" t="t" r="r" b="b"/>
              <a:pathLst>
                <a:path w="5120640" h="402336">
                  <a:moveTo>
                    <a:pt x="0" y="0"/>
                  </a:moveTo>
                  <a:lnTo>
                    <a:pt x="5120640" y="0"/>
                  </a:lnTo>
                  <a:lnTo>
                    <a:pt x="51206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7991" b="-19799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5120640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D8E2F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Timeline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4694027" y="3145155"/>
            <a:ext cx="2378202" cy="2350770"/>
            <a:chOff x="0" y="0"/>
            <a:chExt cx="3170936" cy="313436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170936" cy="3134360"/>
            </a:xfrm>
            <a:custGeom>
              <a:avLst/>
              <a:gdLst/>
              <a:ahLst/>
              <a:cxnLst/>
              <a:rect l="l" t="t" r="r" b="b"/>
              <a:pathLst>
                <a:path w="3170936" h="313436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3023489" y="0"/>
                  </a:lnTo>
                  <a:cubicBezTo>
                    <a:pt x="3104896" y="0"/>
                    <a:pt x="3170936" y="66040"/>
                    <a:pt x="3170936" y="147447"/>
                  </a:cubicBezTo>
                  <a:lnTo>
                    <a:pt x="3170936" y="2986913"/>
                  </a:lnTo>
                  <a:cubicBezTo>
                    <a:pt x="3170936" y="3068320"/>
                    <a:pt x="3104896" y="3134360"/>
                    <a:pt x="3023489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151E33">
                <a:alpha val="92157"/>
              </a:srgbClr>
            </a:solidFill>
            <a:ln w="19050" cap="sq">
              <a:solidFill>
                <a:srgbClr val="A78BF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4977872" y="3538728"/>
            <a:ext cx="1783080" cy="1645920"/>
            <a:chOff x="0" y="0"/>
            <a:chExt cx="2377440" cy="219456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377440" cy="2194560"/>
            </a:xfrm>
            <a:custGeom>
              <a:avLst/>
              <a:gdLst/>
              <a:ahLst/>
              <a:cxnLst/>
              <a:rect l="l" t="t" r="r" b="b"/>
              <a:pathLst>
                <a:path w="2377440" h="2194560">
                  <a:moveTo>
                    <a:pt x="0" y="0"/>
                  </a:moveTo>
                  <a:lnTo>
                    <a:pt x="2377440" y="0"/>
                  </a:lnTo>
                  <a:lnTo>
                    <a:pt x="2377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4" r="-68434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2377440" cy="22040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Pending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 Progress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Completed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Overdue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7076420" y="9701403"/>
            <a:ext cx="54864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65742"/>
            <a:chOff x="0" y="0"/>
            <a:chExt cx="3840480" cy="354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54323"/>
            </a:xfrm>
            <a:custGeom>
              <a:avLst/>
              <a:gdLst/>
              <a:ahLst/>
              <a:cxnLst/>
              <a:rect l="l" t="t" r="r" b="b"/>
              <a:pathLst>
                <a:path w="3840480" h="354323">
                  <a:moveTo>
                    <a:pt x="0" y="0"/>
                  </a:moveTo>
                  <a:lnTo>
                    <a:pt x="3840480" y="0"/>
                  </a:lnTo>
                  <a:lnTo>
                    <a:pt x="384048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744" b="-1576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84048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3B82F6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850392" y="617220"/>
            <a:ext cx="5897880" cy="329184"/>
            <a:chOff x="0" y="0"/>
            <a:chExt cx="7863840" cy="4389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863840" cy="438912"/>
            </a:xfrm>
            <a:custGeom>
              <a:avLst/>
              <a:gdLst/>
              <a:ahLst/>
              <a:cxnLst/>
              <a:rect l="l" t="t" r="r" b="b"/>
              <a:pathLst>
                <a:path w="7863840" h="438912">
                  <a:moveTo>
                    <a:pt x="0" y="0"/>
                  </a:moveTo>
                  <a:lnTo>
                    <a:pt x="7863840" y="0"/>
                  </a:lnTo>
                  <a:lnTo>
                    <a:pt x="7863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9106" b="-29910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863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11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0392" y="1069848"/>
            <a:ext cx="16322040" cy="822960"/>
            <a:chOff x="0" y="0"/>
            <a:chExt cx="21762720" cy="10972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62720" cy="1097280"/>
            </a:xfrm>
            <a:custGeom>
              <a:avLst/>
              <a:gdLst/>
              <a:ahLst/>
              <a:cxnLst/>
              <a:rect l="l" t="t" r="r" b="b"/>
              <a:pathLst>
                <a:path w="21762720" h="109728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6453" b="-33645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1762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Testing &amp; Reliability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0392" y="1947672"/>
            <a:ext cx="16184880" cy="548640"/>
            <a:chOff x="0" y="0"/>
            <a:chExt cx="2157984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157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Không chỉ chạy được — cần bảo vệ dữ liệu và giảm regression.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56335" y="2939415"/>
            <a:ext cx="5025390" cy="3790950"/>
            <a:chOff x="0" y="0"/>
            <a:chExt cx="6700520" cy="50546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700520" cy="5054600"/>
            </a:xfrm>
            <a:custGeom>
              <a:avLst/>
              <a:gdLst/>
              <a:ahLst/>
              <a:cxnLst/>
              <a:rect l="l" t="t" r="r" b="b"/>
              <a:pathLst>
                <a:path w="6700520" h="505460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6553454" y="0"/>
                  </a:lnTo>
                  <a:cubicBezTo>
                    <a:pt x="6634607" y="0"/>
                    <a:pt x="6700520" y="65786"/>
                    <a:pt x="6700520" y="147066"/>
                  </a:cubicBezTo>
                  <a:lnTo>
                    <a:pt x="6700520" y="4907534"/>
                  </a:lnTo>
                  <a:cubicBezTo>
                    <a:pt x="6700520" y="4988687"/>
                    <a:pt x="6634735" y="5054600"/>
                    <a:pt x="6553454" y="5054600"/>
                  </a:cubicBezTo>
                  <a:lnTo>
                    <a:pt x="147066" y="5054600"/>
                  </a:lnTo>
                  <a:cubicBezTo>
                    <a:pt x="65786" y="5054600"/>
                    <a:pt x="0" y="4988814"/>
                    <a:pt x="0" y="4907534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75791" y="3158871"/>
            <a:ext cx="183642" cy="3352038"/>
            <a:chOff x="0" y="0"/>
            <a:chExt cx="244856" cy="446938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44729" cy="4469384"/>
            </a:xfrm>
            <a:custGeom>
              <a:avLst/>
              <a:gdLst/>
              <a:ahLst/>
              <a:cxnLst/>
              <a:rect l="l" t="t" r="r" b="b"/>
              <a:pathLst>
                <a:path w="244729" h="446938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4367403"/>
                  </a:lnTo>
                  <a:cubicBezTo>
                    <a:pt x="244729" y="4423791"/>
                    <a:pt x="199009" y="4469384"/>
                    <a:pt x="142748" y="4469384"/>
                  </a:cubicBezTo>
                  <a:lnTo>
                    <a:pt x="101981" y="4469384"/>
                  </a:lnTo>
                  <a:cubicBezTo>
                    <a:pt x="45593" y="4469384"/>
                    <a:pt x="0" y="4423664"/>
                    <a:pt x="0" y="4367403"/>
                  </a:cubicBez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714500" y="3250692"/>
            <a:ext cx="4210812" cy="505132"/>
            <a:chOff x="0" y="0"/>
            <a:chExt cx="5614416" cy="67350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614416" cy="673509"/>
            </a:xfrm>
            <a:custGeom>
              <a:avLst/>
              <a:gdLst/>
              <a:ahLst/>
              <a:cxnLst/>
              <a:rect l="l" t="t" r="r" b="b"/>
              <a:pathLst>
                <a:path w="5614416" h="673509">
                  <a:moveTo>
                    <a:pt x="0" y="0"/>
                  </a:moveTo>
                  <a:lnTo>
                    <a:pt x="5614416" y="0"/>
                  </a:lnTo>
                  <a:lnTo>
                    <a:pt x="5614416" y="673509"/>
                  </a:lnTo>
                  <a:lnTo>
                    <a:pt x="0" y="6735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8983" b="-10587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5614416" cy="6925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Database integrity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714500" y="3784473"/>
            <a:ext cx="4210812" cy="549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</a:pPr>
            <a:r>
              <a:rPr lang="en-US" sz="169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DAO Insert / Update / Delete</a:t>
            </a:r>
          </a:p>
          <a:p>
            <a:pPr algn="l">
              <a:lnSpc>
                <a:spcPts val="2135"/>
              </a:lnSpc>
            </a:pPr>
            <a:r>
              <a:rPr lang="en-US" sz="169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Room Migration tests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6848475" y="2939415"/>
            <a:ext cx="5025390" cy="3790950"/>
            <a:chOff x="0" y="0"/>
            <a:chExt cx="6700520" cy="50546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700520" cy="5054600"/>
            </a:xfrm>
            <a:custGeom>
              <a:avLst/>
              <a:gdLst/>
              <a:ahLst/>
              <a:cxnLst/>
              <a:rect l="l" t="t" r="r" b="b"/>
              <a:pathLst>
                <a:path w="6700520" h="505460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6553454" y="0"/>
                  </a:lnTo>
                  <a:cubicBezTo>
                    <a:pt x="6634607" y="0"/>
                    <a:pt x="6700520" y="65786"/>
                    <a:pt x="6700520" y="147066"/>
                  </a:cubicBezTo>
                  <a:lnTo>
                    <a:pt x="6700520" y="4907534"/>
                  </a:lnTo>
                  <a:cubicBezTo>
                    <a:pt x="6700520" y="4988687"/>
                    <a:pt x="6634735" y="5054600"/>
                    <a:pt x="6553454" y="5054600"/>
                  </a:cubicBezTo>
                  <a:lnTo>
                    <a:pt x="147066" y="5054600"/>
                  </a:lnTo>
                  <a:cubicBezTo>
                    <a:pt x="65786" y="5054600"/>
                    <a:pt x="0" y="4988814"/>
                    <a:pt x="0" y="4907534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067931" y="3158871"/>
            <a:ext cx="183642" cy="3352038"/>
            <a:chOff x="0" y="0"/>
            <a:chExt cx="244856" cy="446938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44729" cy="4469384"/>
            </a:xfrm>
            <a:custGeom>
              <a:avLst/>
              <a:gdLst/>
              <a:ahLst/>
              <a:cxnLst/>
              <a:rect l="l" t="t" r="r" b="b"/>
              <a:pathLst>
                <a:path w="244729" h="446938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4367403"/>
                  </a:lnTo>
                  <a:cubicBezTo>
                    <a:pt x="244729" y="4423791"/>
                    <a:pt x="199009" y="4469384"/>
                    <a:pt x="142748" y="4469384"/>
                  </a:cubicBezTo>
                  <a:lnTo>
                    <a:pt x="101981" y="4469384"/>
                  </a:lnTo>
                  <a:cubicBezTo>
                    <a:pt x="45593" y="4469384"/>
                    <a:pt x="0" y="4423664"/>
                    <a:pt x="0" y="4367403"/>
                  </a:cubicBezTo>
                  <a:close/>
                </a:path>
              </a:pathLst>
            </a:custGeom>
            <a:solidFill>
              <a:srgbClr val="3B82F6"/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406640" y="3250692"/>
            <a:ext cx="4210812" cy="505132"/>
            <a:chOff x="0" y="0"/>
            <a:chExt cx="5614416" cy="67350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614416" cy="673509"/>
            </a:xfrm>
            <a:custGeom>
              <a:avLst/>
              <a:gdLst/>
              <a:ahLst/>
              <a:cxnLst/>
              <a:rect l="l" t="t" r="r" b="b"/>
              <a:pathLst>
                <a:path w="5614416" h="673509">
                  <a:moveTo>
                    <a:pt x="0" y="0"/>
                  </a:moveTo>
                  <a:lnTo>
                    <a:pt x="5614416" y="0"/>
                  </a:lnTo>
                  <a:lnTo>
                    <a:pt x="5614416" y="673509"/>
                  </a:lnTo>
                  <a:lnTo>
                    <a:pt x="0" y="6735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8983" b="-10587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5614416" cy="6925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Backup safety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7406640" y="3784473"/>
            <a:ext cx="4210812" cy="549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</a:pPr>
            <a:r>
              <a:rPr lang="en-US" sz="169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/ ZIP validation</a:t>
            </a:r>
          </a:p>
          <a:p>
            <a:pPr algn="l">
              <a:lnSpc>
                <a:spcPts val="2135"/>
              </a:lnSpc>
            </a:pPr>
            <a:r>
              <a:rPr lang="en-US" sz="169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Archive safety • restore checks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2540615" y="2939415"/>
            <a:ext cx="5025390" cy="3790950"/>
            <a:chOff x="0" y="0"/>
            <a:chExt cx="6700520" cy="50546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700520" cy="5054600"/>
            </a:xfrm>
            <a:custGeom>
              <a:avLst/>
              <a:gdLst/>
              <a:ahLst/>
              <a:cxnLst/>
              <a:rect l="l" t="t" r="r" b="b"/>
              <a:pathLst>
                <a:path w="6700520" h="505460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6553454" y="0"/>
                  </a:lnTo>
                  <a:cubicBezTo>
                    <a:pt x="6634607" y="0"/>
                    <a:pt x="6700520" y="65786"/>
                    <a:pt x="6700520" y="147066"/>
                  </a:cubicBezTo>
                  <a:lnTo>
                    <a:pt x="6700520" y="4907534"/>
                  </a:lnTo>
                  <a:cubicBezTo>
                    <a:pt x="6700520" y="4988687"/>
                    <a:pt x="6634735" y="5054600"/>
                    <a:pt x="6553454" y="5054600"/>
                  </a:cubicBezTo>
                  <a:lnTo>
                    <a:pt x="147066" y="5054600"/>
                  </a:lnTo>
                  <a:cubicBezTo>
                    <a:pt x="65786" y="5054600"/>
                    <a:pt x="0" y="4988814"/>
                    <a:pt x="0" y="4907534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760071" y="3158871"/>
            <a:ext cx="183642" cy="3352038"/>
            <a:chOff x="0" y="0"/>
            <a:chExt cx="244856" cy="446938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44729" cy="4469384"/>
            </a:xfrm>
            <a:custGeom>
              <a:avLst/>
              <a:gdLst/>
              <a:ahLst/>
              <a:cxnLst/>
              <a:rect l="l" t="t" r="r" b="b"/>
              <a:pathLst>
                <a:path w="244729" h="446938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4367403"/>
                  </a:lnTo>
                  <a:cubicBezTo>
                    <a:pt x="244729" y="4423791"/>
                    <a:pt x="199009" y="4469384"/>
                    <a:pt x="142748" y="4469384"/>
                  </a:cubicBezTo>
                  <a:lnTo>
                    <a:pt x="101981" y="4469384"/>
                  </a:lnTo>
                  <a:cubicBezTo>
                    <a:pt x="45593" y="4469384"/>
                    <a:pt x="0" y="4423664"/>
                    <a:pt x="0" y="4367403"/>
                  </a:cubicBez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3098780" y="3250692"/>
            <a:ext cx="4210812" cy="505132"/>
            <a:chOff x="0" y="0"/>
            <a:chExt cx="5614416" cy="673509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614416" cy="673509"/>
            </a:xfrm>
            <a:custGeom>
              <a:avLst/>
              <a:gdLst/>
              <a:ahLst/>
              <a:cxnLst/>
              <a:rect l="l" t="t" r="r" b="b"/>
              <a:pathLst>
                <a:path w="5614416" h="673509">
                  <a:moveTo>
                    <a:pt x="0" y="0"/>
                  </a:moveTo>
                  <a:lnTo>
                    <a:pt x="5614416" y="0"/>
                  </a:lnTo>
                  <a:lnTo>
                    <a:pt x="5614416" y="673509"/>
                  </a:lnTo>
                  <a:lnTo>
                    <a:pt x="0" y="6735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8983" b="-10587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5614416" cy="6925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Regression prevention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3098780" y="3784473"/>
            <a:ext cx="4210812" cy="81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</a:pPr>
            <a:r>
              <a:rPr lang="en-US" sz="169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User–Task relationship</a:t>
            </a:r>
          </a:p>
          <a:p>
            <a:pPr algn="l">
              <a:lnSpc>
                <a:spcPts val="2135"/>
              </a:lnSpc>
            </a:pPr>
            <a:r>
              <a:rPr lang="en-US" sz="169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Attachment persistence</a:t>
            </a:r>
          </a:p>
          <a:p>
            <a:pPr algn="l">
              <a:lnSpc>
                <a:spcPts val="2135"/>
              </a:lnSpc>
            </a:pPr>
            <a:r>
              <a:rPr lang="en-US" sz="1695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Recurring persistence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1362075" y="7424547"/>
            <a:ext cx="15380970" cy="1253490"/>
            <a:chOff x="0" y="0"/>
            <a:chExt cx="20507960" cy="16713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0507959" cy="1671320"/>
            </a:xfrm>
            <a:custGeom>
              <a:avLst/>
              <a:gdLst/>
              <a:ahLst/>
              <a:cxnLst/>
              <a:rect l="l" t="t" r="r" b="b"/>
              <a:pathLst>
                <a:path w="20507959" h="16713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20359370" y="0"/>
                  </a:lnTo>
                  <a:cubicBezTo>
                    <a:pt x="20441411" y="0"/>
                    <a:pt x="20507959" y="66548"/>
                    <a:pt x="20507959" y="148590"/>
                  </a:cubicBezTo>
                  <a:lnTo>
                    <a:pt x="20507959" y="1522730"/>
                  </a:lnTo>
                  <a:cubicBezTo>
                    <a:pt x="20507959" y="1604772"/>
                    <a:pt x="20441411" y="1671320"/>
                    <a:pt x="20359370" y="1671320"/>
                  </a:cubicBezTo>
                  <a:lnTo>
                    <a:pt x="148590" y="1671320"/>
                  </a:lnTo>
                  <a:cubicBezTo>
                    <a:pt x="66548" y="1671320"/>
                    <a:pt x="0" y="1604772"/>
                    <a:pt x="0" y="1522730"/>
                  </a:cubicBezTo>
                  <a:close/>
                </a:path>
              </a:pathLst>
            </a:custGeom>
            <a:solidFill>
              <a:srgbClr val="151E33">
                <a:alpha val="9568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783080" y="7845552"/>
            <a:ext cx="14538960" cy="452428"/>
            <a:chOff x="0" y="0"/>
            <a:chExt cx="19385280" cy="603238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9385280" cy="603238"/>
            </a:xfrm>
            <a:custGeom>
              <a:avLst/>
              <a:gdLst/>
              <a:ahLst/>
              <a:cxnLst/>
              <a:rect l="l" t="t" r="r" b="b"/>
              <a:pathLst>
                <a:path w="19385280" h="603238">
                  <a:moveTo>
                    <a:pt x="0" y="0"/>
                  </a:moveTo>
                  <a:lnTo>
                    <a:pt x="19385280" y="0"/>
                  </a:lnTo>
                  <a:lnTo>
                    <a:pt x="19385280" y="603238"/>
                  </a:lnTo>
                  <a:lnTo>
                    <a:pt x="0" y="6032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88263" b="-564054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19385280" cy="62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vi-VN" sz="2400" dirty="0" err="1">
                  <a:solidFill>
                    <a:schemeClr val="bg1"/>
                  </a:solidFill>
                </a:rPr>
                <a:t>Final</a:t>
              </a:r>
              <a:r>
                <a:rPr lang="vi-VN" sz="2400" dirty="0">
                  <a:solidFill>
                    <a:schemeClr val="bg1"/>
                  </a:solidFill>
                </a:rPr>
                <a:t> </a:t>
              </a:r>
              <a:r>
                <a:rPr lang="vi-VN" sz="2400" dirty="0" err="1">
                  <a:solidFill>
                    <a:schemeClr val="bg1"/>
                  </a:solidFill>
                </a:rPr>
                <a:t>check</a:t>
              </a:r>
              <a:r>
                <a:rPr lang="vi-VN" sz="2400" dirty="0">
                  <a:solidFill>
                    <a:schemeClr val="bg1"/>
                  </a:solidFill>
                </a:rPr>
                <a:t>: </a:t>
              </a:r>
              <a:r>
                <a:rPr lang="vi-VN" sz="2400" dirty="0" err="1">
                  <a:solidFill>
                    <a:schemeClr val="bg1"/>
                  </a:solidFill>
                </a:rPr>
                <a:t>Build</a:t>
              </a:r>
              <a:r>
                <a:rPr lang="vi-VN" sz="2400" dirty="0">
                  <a:solidFill>
                    <a:schemeClr val="bg1"/>
                  </a:solidFill>
                </a:rPr>
                <a:t> + </a:t>
              </a:r>
              <a:r>
                <a:rPr lang="vi-VN" sz="2400" dirty="0" err="1">
                  <a:solidFill>
                    <a:schemeClr val="bg1"/>
                  </a:solidFill>
                </a:rPr>
                <a:t>manual</a:t>
              </a:r>
              <a:r>
                <a:rPr lang="vi-VN" sz="2400" dirty="0">
                  <a:solidFill>
                    <a:schemeClr val="bg1"/>
                  </a:solidFill>
                </a:rPr>
                <a:t> </a:t>
              </a:r>
              <a:r>
                <a:rPr lang="vi-VN" sz="2400" dirty="0" err="1">
                  <a:solidFill>
                    <a:schemeClr val="bg1"/>
                  </a:solidFill>
                </a:rPr>
                <a:t>test</a:t>
              </a:r>
              <a:r>
                <a:rPr lang="vi-VN" sz="2400" dirty="0">
                  <a:solidFill>
                    <a:schemeClr val="bg1"/>
                  </a:solidFill>
                </a:rPr>
                <a:t> trên thiết bị </a:t>
              </a:r>
              <a:r>
                <a:rPr lang="vi-VN" sz="2400" dirty="0" err="1">
                  <a:solidFill>
                    <a:schemeClr val="bg1"/>
                  </a:solidFill>
                </a:rPr>
                <a:t>Android</a:t>
              </a:r>
              <a:r>
                <a:rPr lang="vi-VN" sz="2400" dirty="0">
                  <a:solidFill>
                    <a:schemeClr val="bg1"/>
                  </a:solidFill>
                </a:rPr>
                <a:t> thật</a:t>
              </a:r>
              <a:endParaRPr lang="en-US" sz="2250" b="1" dirty="0">
                <a:solidFill>
                  <a:schemeClr val="bg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2870835" y="8974455"/>
            <a:ext cx="2145030" cy="485394"/>
            <a:chOff x="0" y="0"/>
            <a:chExt cx="2860040" cy="64719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860040" cy="647192"/>
            </a:xfrm>
            <a:custGeom>
              <a:avLst/>
              <a:gdLst/>
              <a:ahLst/>
              <a:cxnLst/>
              <a:rect l="l" t="t" r="r" b="b"/>
              <a:pathLst>
                <a:path w="286004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2707767" y="0"/>
                  </a:lnTo>
                  <a:cubicBezTo>
                    <a:pt x="2791841" y="0"/>
                    <a:pt x="2860040" y="68199"/>
                    <a:pt x="2860040" y="152273"/>
                  </a:cubicBezTo>
                  <a:lnTo>
                    <a:pt x="2860040" y="494919"/>
                  </a:lnTo>
                  <a:cubicBezTo>
                    <a:pt x="2860040" y="578993"/>
                    <a:pt x="2791841" y="647192"/>
                    <a:pt x="270776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7C3AED">
                <a:alpha val="4706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003804" y="9066276"/>
            <a:ext cx="1879092" cy="278918"/>
            <a:chOff x="0" y="0"/>
            <a:chExt cx="2505456" cy="37189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505456" cy="371890"/>
            </a:xfrm>
            <a:custGeom>
              <a:avLst/>
              <a:gdLst/>
              <a:ahLst/>
              <a:cxnLst/>
              <a:rect l="l" t="t" r="r" b="b"/>
              <a:pathLst>
                <a:path w="2505456" h="371890">
                  <a:moveTo>
                    <a:pt x="0" y="0"/>
                  </a:moveTo>
                  <a:lnTo>
                    <a:pt x="2505456" y="0"/>
                  </a:lnTo>
                  <a:lnTo>
                    <a:pt x="250545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096" b="-8044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19050"/>
              <a:ext cx="250545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Room tests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476875" y="8974455"/>
            <a:ext cx="2419350" cy="485394"/>
            <a:chOff x="0" y="0"/>
            <a:chExt cx="3225800" cy="64719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3225800" cy="647192"/>
            </a:xfrm>
            <a:custGeom>
              <a:avLst/>
              <a:gdLst/>
              <a:ahLst/>
              <a:cxnLst/>
              <a:rect l="l" t="t" r="r" b="b"/>
              <a:pathLst>
                <a:path w="322580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3073527" y="0"/>
                  </a:lnTo>
                  <a:cubicBezTo>
                    <a:pt x="3157601" y="0"/>
                    <a:pt x="3225800" y="68199"/>
                    <a:pt x="3225800" y="152273"/>
                  </a:cubicBezTo>
                  <a:lnTo>
                    <a:pt x="3225800" y="494919"/>
                  </a:lnTo>
                  <a:cubicBezTo>
                    <a:pt x="3225800" y="578993"/>
                    <a:pt x="3157601" y="647192"/>
                    <a:pt x="307352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3B82F6">
                <a:alpha val="4706"/>
              </a:srgbClr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609844" y="9066276"/>
            <a:ext cx="2153412" cy="278918"/>
            <a:chOff x="0" y="0"/>
            <a:chExt cx="2871216" cy="37189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871216" cy="371890"/>
            </a:xfrm>
            <a:custGeom>
              <a:avLst/>
              <a:gdLst/>
              <a:ahLst/>
              <a:cxnLst/>
              <a:rect l="l" t="t" r="r" b="b"/>
              <a:pathLst>
                <a:path w="2871216" h="371890">
                  <a:moveTo>
                    <a:pt x="0" y="0"/>
                  </a:moveTo>
                  <a:lnTo>
                    <a:pt x="2871216" y="0"/>
                  </a:lnTo>
                  <a:lnTo>
                    <a:pt x="287121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260" b="-99611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287121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Backup tests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357235" y="8974455"/>
            <a:ext cx="2693670" cy="485394"/>
            <a:chOff x="0" y="0"/>
            <a:chExt cx="3591560" cy="64719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591560" cy="647192"/>
            </a:xfrm>
            <a:custGeom>
              <a:avLst/>
              <a:gdLst/>
              <a:ahLst/>
              <a:cxnLst/>
              <a:rect l="l" t="t" r="r" b="b"/>
              <a:pathLst>
                <a:path w="359156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3439287" y="0"/>
                  </a:lnTo>
                  <a:cubicBezTo>
                    <a:pt x="3523361" y="0"/>
                    <a:pt x="3591560" y="68199"/>
                    <a:pt x="3591560" y="152273"/>
                  </a:cubicBezTo>
                  <a:lnTo>
                    <a:pt x="3591560" y="494919"/>
                  </a:lnTo>
                  <a:cubicBezTo>
                    <a:pt x="3591560" y="578993"/>
                    <a:pt x="3523361" y="647192"/>
                    <a:pt x="343928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22D3EE">
                <a:alpha val="4706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490204" y="9066276"/>
            <a:ext cx="2427732" cy="278918"/>
            <a:chOff x="0" y="0"/>
            <a:chExt cx="3236976" cy="37189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236976" cy="371890"/>
            </a:xfrm>
            <a:custGeom>
              <a:avLst/>
              <a:gdLst/>
              <a:ahLst/>
              <a:cxnLst/>
              <a:rect l="l" t="t" r="r" b="b"/>
              <a:pathLst>
                <a:path w="3236976" h="371890">
                  <a:moveTo>
                    <a:pt x="0" y="0"/>
                  </a:moveTo>
                  <a:lnTo>
                    <a:pt x="3236976" y="0"/>
                  </a:lnTo>
                  <a:lnTo>
                    <a:pt x="323697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424" b="-11877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19050"/>
              <a:ext cx="323697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Attachment tests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1649075" y="8974455"/>
            <a:ext cx="2625090" cy="485394"/>
            <a:chOff x="0" y="0"/>
            <a:chExt cx="3500120" cy="64719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500120" cy="647192"/>
            </a:xfrm>
            <a:custGeom>
              <a:avLst/>
              <a:gdLst/>
              <a:ahLst/>
              <a:cxnLst/>
              <a:rect l="l" t="t" r="r" b="b"/>
              <a:pathLst>
                <a:path w="350012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3347847" y="0"/>
                  </a:lnTo>
                  <a:cubicBezTo>
                    <a:pt x="3431921" y="0"/>
                    <a:pt x="3500120" y="68199"/>
                    <a:pt x="3500120" y="152273"/>
                  </a:cubicBezTo>
                  <a:lnTo>
                    <a:pt x="3500120" y="494919"/>
                  </a:lnTo>
                  <a:cubicBezTo>
                    <a:pt x="3500120" y="578993"/>
                    <a:pt x="3431921" y="647192"/>
                    <a:pt x="334784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22C55E">
                <a:alpha val="4706"/>
              </a:srgbClr>
            </a:solidFill>
            <a:ln w="19050" cap="sq">
              <a:solidFill>
                <a:srgbClr val="22C55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1782044" y="9066276"/>
            <a:ext cx="2359152" cy="278918"/>
            <a:chOff x="0" y="0"/>
            <a:chExt cx="3145536" cy="37189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3145536" cy="371890"/>
            </a:xfrm>
            <a:custGeom>
              <a:avLst/>
              <a:gdLst/>
              <a:ahLst/>
              <a:cxnLst/>
              <a:rect l="l" t="t" r="r" b="b"/>
              <a:pathLst>
                <a:path w="3145536" h="371890">
                  <a:moveTo>
                    <a:pt x="0" y="0"/>
                  </a:moveTo>
                  <a:lnTo>
                    <a:pt x="3145536" y="0"/>
                  </a:lnTo>
                  <a:lnTo>
                    <a:pt x="314553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5633" b="-113984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19050"/>
              <a:ext cx="314553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Physical device</a:t>
              </a:r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17076420" y="9691878"/>
            <a:ext cx="54864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65742"/>
            <a:chOff x="0" y="0"/>
            <a:chExt cx="3840480" cy="354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54323"/>
            </a:xfrm>
            <a:custGeom>
              <a:avLst/>
              <a:gdLst/>
              <a:ahLst/>
              <a:cxnLst/>
              <a:rect l="l" t="t" r="r" b="b"/>
              <a:pathLst>
                <a:path w="3840480" h="354323">
                  <a:moveTo>
                    <a:pt x="0" y="0"/>
                  </a:moveTo>
                  <a:lnTo>
                    <a:pt x="3840480" y="0"/>
                  </a:lnTo>
                  <a:lnTo>
                    <a:pt x="384048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744" b="-1576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84048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7C3AED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3B82F6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850392" y="617220"/>
            <a:ext cx="5897880" cy="329184"/>
            <a:chOff x="0" y="0"/>
            <a:chExt cx="7863840" cy="4389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863840" cy="438912"/>
            </a:xfrm>
            <a:custGeom>
              <a:avLst/>
              <a:gdLst/>
              <a:ahLst/>
              <a:cxnLst/>
              <a:rect l="l" t="t" r="r" b="b"/>
              <a:pathLst>
                <a:path w="7863840" h="438912">
                  <a:moveTo>
                    <a:pt x="0" y="0"/>
                  </a:moveTo>
                  <a:lnTo>
                    <a:pt x="7863840" y="0"/>
                  </a:lnTo>
                  <a:lnTo>
                    <a:pt x="7863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9106" b="-29910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863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12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0392" y="1069848"/>
            <a:ext cx="16322040" cy="822960"/>
            <a:chOff x="0" y="0"/>
            <a:chExt cx="21762720" cy="10972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762720" cy="1097280"/>
            </a:xfrm>
            <a:custGeom>
              <a:avLst/>
              <a:gdLst/>
              <a:ahLst/>
              <a:cxnLst/>
              <a:rect l="l" t="t" r="r" b="b"/>
              <a:pathLst>
                <a:path w="21762720" h="109728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6453" b="-33645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176272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40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Current Limitations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0392" y="1947672"/>
            <a:ext cx="16184880" cy="548640"/>
            <a:chOff x="0" y="0"/>
            <a:chExt cx="2157984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157984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Nhìn rõ giới hạn hiện tại để xác định hướng phát triển tiếp theo.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60323" y="2733675"/>
            <a:ext cx="9894570" cy="5985510"/>
            <a:chOff x="0" y="0"/>
            <a:chExt cx="13192760" cy="79806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3192761" cy="7980680"/>
            </a:xfrm>
            <a:custGeom>
              <a:avLst/>
              <a:gdLst/>
              <a:ahLst/>
              <a:cxnLst/>
              <a:rect l="l" t="t" r="r" b="b"/>
              <a:pathLst>
                <a:path w="13192761" h="798068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3045948" y="0"/>
                  </a:lnTo>
                  <a:cubicBezTo>
                    <a:pt x="13126974" y="0"/>
                    <a:pt x="13192761" y="65659"/>
                    <a:pt x="13192761" y="146812"/>
                  </a:cubicBezTo>
                  <a:lnTo>
                    <a:pt x="13192761" y="7833868"/>
                  </a:lnTo>
                  <a:cubicBezTo>
                    <a:pt x="13192761" y="7914894"/>
                    <a:pt x="13127101" y="7980680"/>
                    <a:pt x="13045948" y="7980680"/>
                  </a:cubicBezTo>
                  <a:lnTo>
                    <a:pt x="146812" y="7980680"/>
                  </a:lnTo>
                  <a:cubicBezTo>
                    <a:pt x="65659" y="7980680"/>
                    <a:pt x="0" y="7915021"/>
                    <a:pt x="0" y="7833868"/>
                  </a:cubicBezTo>
                  <a:close/>
                </a:path>
              </a:pathLst>
            </a:custGeom>
            <a:solidFill>
              <a:srgbClr val="11182A">
                <a:alpha val="90196"/>
              </a:srgbClr>
            </a:solidFill>
            <a:ln w="19050" cap="sq">
              <a:solidFill>
                <a:srgbClr val="29324A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79779" y="2953131"/>
            <a:ext cx="183642" cy="5546598"/>
            <a:chOff x="0" y="0"/>
            <a:chExt cx="244856" cy="739546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44729" cy="7395464"/>
            </a:xfrm>
            <a:custGeom>
              <a:avLst/>
              <a:gdLst/>
              <a:ahLst/>
              <a:cxnLst/>
              <a:rect l="l" t="t" r="r" b="b"/>
              <a:pathLst>
                <a:path w="244729" h="7395464">
                  <a:moveTo>
                    <a:pt x="0" y="101981"/>
                  </a:moveTo>
                  <a:cubicBezTo>
                    <a:pt x="0" y="45720"/>
                    <a:pt x="45720" y="0"/>
                    <a:pt x="101981" y="0"/>
                  </a:cubicBezTo>
                  <a:lnTo>
                    <a:pt x="142748" y="0"/>
                  </a:lnTo>
                  <a:cubicBezTo>
                    <a:pt x="199136" y="0"/>
                    <a:pt x="244729" y="45720"/>
                    <a:pt x="244729" y="101981"/>
                  </a:cubicBezTo>
                  <a:lnTo>
                    <a:pt x="244729" y="7293483"/>
                  </a:lnTo>
                  <a:cubicBezTo>
                    <a:pt x="244729" y="7349871"/>
                    <a:pt x="199009" y="7395464"/>
                    <a:pt x="142748" y="7395464"/>
                  </a:cubicBezTo>
                  <a:lnTo>
                    <a:pt x="101981" y="7395464"/>
                  </a:lnTo>
                  <a:cubicBezTo>
                    <a:pt x="45593" y="7395464"/>
                    <a:pt x="0" y="7349744"/>
                    <a:pt x="0" y="7293483"/>
                  </a:cubicBez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618488" y="3044952"/>
            <a:ext cx="9079992" cy="541009"/>
            <a:chOff x="0" y="0"/>
            <a:chExt cx="12106656" cy="72134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2106656" cy="721345"/>
            </a:xfrm>
            <a:custGeom>
              <a:avLst/>
              <a:gdLst/>
              <a:ahLst/>
              <a:cxnLst/>
              <a:rect l="l" t="t" r="r" b="b"/>
              <a:pathLst>
                <a:path w="12106656" h="721345">
                  <a:moveTo>
                    <a:pt x="0" y="0"/>
                  </a:moveTo>
                  <a:lnTo>
                    <a:pt x="12106656" y="0"/>
                  </a:lnTo>
                  <a:lnTo>
                    <a:pt x="12106656" y="721345"/>
                  </a:lnTo>
                  <a:lnTo>
                    <a:pt x="0" y="7213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6461" b="-26759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12106656" cy="740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Hạn chế hiện tại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618488" y="3569208"/>
            <a:ext cx="9079992" cy="1405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1754" dirty="0" err="1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Chưa</a:t>
            </a: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54" dirty="0" err="1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backend &amp; cloud synchronization</a:t>
            </a:r>
          </a:p>
          <a:p>
            <a:pPr algn="l">
              <a:lnSpc>
                <a:spcPts val="2211"/>
              </a:lnSpc>
            </a:pP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Multi-user UI </a:t>
            </a:r>
            <a:r>
              <a:rPr lang="en-US" sz="1754" dirty="0" err="1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chưa</a:t>
            </a: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54" dirty="0" err="1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hoàn</a:t>
            </a: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54" dirty="0" err="1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chỉnh</a:t>
            </a: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User / Assignee </a:t>
            </a:r>
            <a:r>
              <a:rPr lang="en-US" sz="1754" dirty="0" err="1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chủ</a:t>
            </a: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54" dirty="0" err="1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yếu</a:t>
            </a: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ở Data Model</a:t>
            </a:r>
          </a:p>
          <a:p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vi-VN" sz="1754" dirty="0" err="1">
                <a:solidFill>
                  <a:srgbClr val="D8E2F1"/>
                </a:solidFill>
                <a:latin typeface="Times New Roman"/>
                <a:cs typeface="Times New Roman"/>
              </a:rPr>
              <a:t>Recurring</a:t>
            </a:r>
            <a:r>
              <a:rPr lang="vi-VN" sz="1754" dirty="0">
                <a:solidFill>
                  <a:srgbClr val="D8E2F1"/>
                </a:solidFill>
                <a:latin typeface="Times New Roman"/>
                <a:cs typeface="Times New Roman"/>
              </a:rPr>
              <a:t> chưa hỗ trợ </a:t>
            </a:r>
            <a:r>
              <a:rPr lang="vi-VN" sz="1754" dirty="0" err="1">
                <a:solidFill>
                  <a:srgbClr val="D8E2F1"/>
                </a:solidFill>
                <a:latin typeface="Times New Roman"/>
                <a:cs typeface="Times New Roman"/>
              </a:rPr>
              <a:t>custom</a:t>
            </a:r>
            <a:r>
              <a:rPr lang="vi-VN" sz="1754" dirty="0">
                <a:solidFill>
                  <a:srgbClr val="D8E2F1"/>
                </a:solidFill>
                <a:latin typeface="Times New Roman"/>
                <a:cs typeface="Times New Roman"/>
              </a:rPr>
              <a:t> </a:t>
            </a:r>
            <a:r>
              <a:rPr lang="vi-VN" sz="1754" dirty="0" err="1">
                <a:solidFill>
                  <a:srgbClr val="D8E2F1"/>
                </a:solidFill>
                <a:latin typeface="Times New Roman"/>
                <a:cs typeface="Times New Roman"/>
              </a:rPr>
              <a:t>interval</a:t>
            </a:r>
            <a:endParaRPr lang="en-US" sz="1754" dirty="0">
              <a:solidFill>
                <a:srgbClr val="D8E2F1"/>
              </a:solidFill>
              <a:latin typeface="Times New Roman"/>
              <a:cs typeface="Times New Roman"/>
              <a:sym typeface="Times New Roman"/>
            </a:endParaRPr>
          </a:p>
          <a:p>
            <a:pPr algn="l">
              <a:lnSpc>
                <a:spcPts val="2211"/>
              </a:lnSpc>
            </a:pP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Notification </a:t>
            </a:r>
            <a:r>
              <a:rPr lang="en-US" sz="1754" dirty="0" err="1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phụ</a:t>
            </a: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54" dirty="0" err="1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thuộc</a:t>
            </a: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permission, alarm policy </a:t>
            </a:r>
            <a:r>
              <a:rPr lang="en-US" sz="1754" dirty="0" err="1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battery optimization</a:t>
            </a:r>
          </a:p>
          <a:p>
            <a:pPr algn="l">
              <a:lnSpc>
                <a:spcPts val="2211"/>
              </a:lnSpc>
            </a:pP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Backup </a:t>
            </a:r>
            <a:r>
              <a:rPr lang="en-US" sz="1754" dirty="0" err="1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54" dirty="0" err="1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754" dirty="0">
                <a:solidFill>
                  <a:srgbClr val="D8E2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local JSON / ZIP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1578590" y="2731770"/>
            <a:ext cx="5715000" cy="5989320"/>
            <a:chOff x="0" y="0"/>
            <a:chExt cx="7620000" cy="798576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620000" cy="7985761"/>
            </a:xfrm>
            <a:custGeom>
              <a:avLst/>
              <a:gdLst/>
              <a:ahLst/>
              <a:cxnLst/>
              <a:rect l="l" t="t" r="r" b="b"/>
              <a:pathLst>
                <a:path w="7620000" h="798576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436358" y="0"/>
                  </a:lnTo>
                  <a:cubicBezTo>
                    <a:pt x="7537831" y="0"/>
                    <a:pt x="7620000" y="82169"/>
                    <a:pt x="7620000" y="183642"/>
                  </a:cubicBezTo>
                  <a:lnTo>
                    <a:pt x="7620000" y="7802118"/>
                  </a:lnTo>
                  <a:cubicBezTo>
                    <a:pt x="7620000" y="7903591"/>
                    <a:pt x="7537831" y="7985761"/>
                    <a:pt x="7436358" y="7985761"/>
                  </a:cubicBezTo>
                  <a:lnTo>
                    <a:pt x="183642" y="7985761"/>
                  </a:lnTo>
                  <a:cubicBezTo>
                    <a:pt x="82169" y="7985760"/>
                    <a:pt x="0" y="7903591"/>
                    <a:pt x="0" y="7802118"/>
                  </a:cubicBezTo>
                  <a:close/>
                </a:path>
              </a:pathLst>
            </a:custGeom>
            <a:solidFill>
              <a:srgbClr val="151E33">
                <a:alpha val="93725"/>
              </a:srgbClr>
            </a:solidFill>
            <a:ln w="2286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042648" y="3223260"/>
            <a:ext cx="4800600" cy="629589"/>
            <a:chOff x="0" y="0"/>
            <a:chExt cx="6400800" cy="83945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400800" cy="839453"/>
            </a:xfrm>
            <a:custGeom>
              <a:avLst/>
              <a:gdLst/>
              <a:ahLst/>
              <a:cxnLst/>
              <a:rect l="l" t="t" r="r" b="b"/>
              <a:pathLst>
                <a:path w="6400800" h="839453">
                  <a:moveTo>
                    <a:pt x="0" y="0"/>
                  </a:moveTo>
                  <a:lnTo>
                    <a:pt x="6400800" y="0"/>
                  </a:lnTo>
                  <a:lnTo>
                    <a:pt x="6400800" y="839453"/>
                  </a:lnTo>
                  <a:lnTo>
                    <a:pt x="0" y="8394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0447" b="-86697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6400800" cy="8585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Future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334875" y="4173855"/>
            <a:ext cx="4271010" cy="869442"/>
            <a:chOff x="0" y="0"/>
            <a:chExt cx="5694680" cy="115925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694680" cy="1159256"/>
            </a:xfrm>
            <a:custGeom>
              <a:avLst/>
              <a:gdLst/>
              <a:ahLst/>
              <a:cxnLst/>
              <a:rect l="l" t="t" r="r" b="b"/>
              <a:pathLst>
                <a:path w="5694680" h="115925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5582539" y="0"/>
                  </a:lnTo>
                  <a:cubicBezTo>
                    <a:pt x="5644515" y="0"/>
                    <a:pt x="5694680" y="50165"/>
                    <a:pt x="5694680" y="112141"/>
                  </a:cubicBezTo>
                  <a:lnTo>
                    <a:pt x="5694680" y="1047115"/>
                  </a:lnTo>
                  <a:cubicBezTo>
                    <a:pt x="5694680" y="1109091"/>
                    <a:pt x="5644515" y="1159256"/>
                    <a:pt x="558253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3B82F6">
                <a:alpha val="7451"/>
              </a:srgbClr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2591288" y="4457700"/>
            <a:ext cx="3758184" cy="354323"/>
            <a:chOff x="0" y="0"/>
            <a:chExt cx="5010912" cy="47243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010912" cy="472430"/>
            </a:xfrm>
            <a:custGeom>
              <a:avLst/>
              <a:gdLst/>
              <a:ahLst/>
              <a:cxnLst/>
              <a:rect l="l" t="t" r="r" b="b"/>
              <a:pathLst>
                <a:path w="5010912" h="472430">
                  <a:moveTo>
                    <a:pt x="0" y="0"/>
                  </a:moveTo>
                  <a:lnTo>
                    <a:pt x="5010912" y="0"/>
                  </a:lnTo>
                  <a:lnTo>
                    <a:pt x="5010912" y="472430"/>
                  </a:lnTo>
                  <a:lnTo>
                    <a:pt x="0" y="4724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1832" b="-14151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5010912" cy="491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Cloud Sync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334875" y="5408295"/>
            <a:ext cx="4271010" cy="869442"/>
            <a:chOff x="0" y="0"/>
            <a:chExt cx="5694680" cy="115925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694680" cy="1159256"/>
            </a:xfrm>
            <a:custGeom>
              <a:avLst/>
              <a:gdLst/>
              <a:ahLst/>
              <a:cxnLst/>
              <a:rect l="l" t="t" r="r" b="b"/>
              <a:pathLst>
                <a:path w="5694680" h="115925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5582539" y="0"/>
                  </a:lnTo>
                  <a:cubicBezTo>
                    <a:pt x="5644515" y="0"/>
                    <a:pt x="5694680" y="50165"/>
                    <a:pt x="5694680" y="112141"/>
                  </a:cubicBezTo>
                  <a:lnTo>
                    <a:pt x="5694680" y="1047115"/>
                  </a:lnTo>
                  <a:cubicBezTo>
                    <a:pt x="5694680" y="1109091"/>
                    <a:pt x="5644515" y="1159256"/>
                    <a:pt x="558253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22D3EE">
                <a:alpha val="7451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591288" y="5692140"/>
            <a:ext cx="3758184" cy="354323"/>
            <a:chOff x="0" y="0"/>
            <a:chExt cx="5010912" cy="47243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010912" cy="472430"/>
            </a:xfrm>
            <a:custGeom>
              <a:avLst/>
              <a:gdLst/>
              <a:ahLst/>
              <a:cxnLst/>
              <a:rect l="l" t="t" r="r" b="b"/>
              <a:pathLst>
                <a:path w="5010912" h="472430">
                  <a:moveTo>
                    <a:pt x="0" y="0"/>
                  </a:moveTo>
                  <a:lnTo>
                    <a:pt x="5010912" y="0"/>
                  </a:lnTo>
                  <a:lnTo>
                    <a:pt x="5010912" y="472430"/>
                  </a:lnTo>
                  <a:lnTo>
                    <a:pt x="0" y="4724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1832" b="-14151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5010912" cy="491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Multi-user Assignment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334875" y="6642735"/>
            <a:ext cx="4271010" cy="869442"/>
            <a:chOff x="0" y="0"/>
            <a:chExt cx="5694680" cy="115925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5694680" cy="1159256"/>
            </a:xfrm>
            <a:custGeom>
              <a:avLst/>
              <a:gdLst/>
              <a:ahLst/>
              <a:cxnLst/>
              <a:rect l="l" t="t" r="r" b="b"/>
              <a:pathLst>
                <a:path w="5694680" h="115925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5582539" y="0"/>
                  </a:lnTo>
                  <a:cubicBezTo>
                    <a:pt x="5644515" y="0"/>
                    <a:pt x="5694680" y="50165"/>
                    <a:pt x="5694680" y="112141"/>
                  </a:cubicBezTo>
                  <a:lnTo>
                    <a:pt x="5694680" y="1047115"/>
                  </a:lnTo>
                  <a:cubicBezTo>
                    <a:pt x="5694680" y="1109091"/>
                    <a:pt x="5644515" y="1159256"/>
                    <a:pt x="558253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7C3AED">
                <a:alpha val="7451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591288" y="6926580"/>
            <a:ext cx="3758184" cy="354323"/>
            <a:chOff x="0" y="0"/>
            <a:chExt cx="5010912" cy="47243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010912" cy="472430"/>
            </a:xfrm>
            <a:custGeom>
              <a:avLst/>
              <a:gdLst/>
              <a:ahLst/>
              <a:cxnLst/>
              <a:rect l="l" t="t" r="r" b="b"/>
              <a:pathLst>
                <a:path w="5010912" h="472430">
                  <a:moveTo>
                    <a:pt x="0" y="0"/>
                  </a:moveTo>
                  <a:lnTo>
                    <a:pt x="5010912" y="0"/>
                  </a:lnTo>
                  <a:lnTo>
                    <a:pt x="5010912" y="472430"/>
                  </a:lnTo>
                  <a:lnTo>
                    <a:pt x="0" y="4724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1832" b="-14151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19050"/>
              <a:ext cx="5010912" cy="491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Improved Timeline UX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7076420" y="9691878"/>
            <a:ext cx="54864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28778"/>
            <a:chOff x="0" y="0"/>
            <a:chExt cx="24408790" cy="171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71704"/>
            </a:xfrm>
            <a:custGeom>
              <a:avLst/>
              <a:gdLst/>
              <a:ahLst/>
              <a:cxnLst/>
              <a:rect l="l" t="t" r="r" b="b"/>
              <a:pathLst>
                <a:path w="24408764" h="17170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9793224"/>
            <a:ext cx="2880360" cy="265742"/>
            <a:chOff x="0" y="0"/>
            <a:chExt cx="3840480" cy="3543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0480" cy="354323"/>
            </a:xfrm>
            <a:custGeom>
              <a:avLst/>
              <a:gdLst/>
              <a:ahLst/>
              <a:cxnLst/>
              <a:rect l="l" t="t" r="r" b="b"/>
              <a:pathLst>
                <a:path w="3840480" h="354323">
                  <a:moveTo>
                    <a:pt x="0" y="0"/>
                  </a:moveTo>
                  <a:lnTo>
                    <a:pt x="3840480" y="0"/>
                  </a:lnTo>
                  <a:lnTo>
                    <a:pt x="3840480" y="354323"/>
                  </a:lnTo>
                  <a:lnTo>
                    <a:pt x="0" y="3543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744" b="-15764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840480" cy="3733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7885A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46655" y="292227"/>
            <a:ext cx="2762250" cy="2762250"/>
            <a:chOff x="0" y="0"/>
            <a:chExt cx="3683000" cy="368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3000" cy="3683000"/>
            </a:xfrm>
            <a:custGeom>
              <a:avLst/>
              <a:gdLst/>
              <a:ahLst/>
              <a:cxnLst/>
              <a:rect l="l" t="t" r="r" b="b"/>
              <a:pathLst>
                <a:path w="3683000" h="3683000">
                  <a:moveTo>
                    <a:pt x="0" y="1841500"/>
                  </a:moveTo>
                  <a:cubicBezTo>
                    <a:pt x="0" y="824484"/>
                    <a:pt x="824484" y="0"/>
                    <a:pt x="1841500" y="0"/>
                  </a:cubicBezTo>
                  <a:cubicBezTo>
                    <a:pt x="2858516" y="0"/>
                    <a:pt x="3683000" y="824484"/>
                    <a:pt x="3683000" y="1841500"/>
                  </a:cubicBezTo>
                  <a:cubicBezTo>
                    <a:pt x="3683000" y="2858516"/>
                    <a:pt x="2858516" y="3683000"/>
                    <a:pt x="1841500" y="3683000"/>
                  </a:cubicBezTo>
                  <a:cubicBezTo>
                    <a:pt x="824484" y="3683000"/>
                    <a:pt x="0" y="2858516"/>
                    <a:pt x="0" y="1841500"/>
                  </a:cubicBezTo>
                  <a:close/>
                </a:path>
              </a:pathLst>
            </a:custGeom>
            <a:solidFill>
              <a:srgbClr val="3B82F6">
                <a:alpha val="3137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03" y="8425815"/>
            <a:ext cx="1596390" cy="1596390"/>
            <a:chOff x="0" y="0"/>
            <a:chExt cx="2128520" cy="2128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8520" cy="2128520"/>
            </a:xfrm>
            <a:custGeom>
              <a:avLst/>
              <a:gdLst/>
              <a:ahLst/>
              <a:cxnLst/>
              <a:rect l="l" t="t" r="r" b="b"/>
              <a:pathLst>
                <a:path w="2128520" h="2128520">
                  <a:moveTo>
                    <a:pt x="0" y="1064260"/>
                  </a:moveTo>
                  <a:cubicBezTo>
                    <a:pt x="0" y="476504"/>
                    <a:pt x="476504" y="0"/>
                    <a:pt x="1064260" y="0"/>
                  </a:cubicBezTo>
                  <a:cubicBezTo>
                    <a:pt x="1652016" y="0"/>
                    <a:pt x="2128520" y="476504"/>
                    <a:pt x="2128520" y="1064260"/>
                  </a:cubicBezTo>
                  <a:cubicBezTo>
                    <a:pt x="2128520" y="1652016"/>
                    <a:pt x="1652016" y="2128520"/>
                    <a:pt x="1064260" y="2128520"/>
                  </a:cubicBezTo>
                  <a:cubicBezTo>
                    <a:pt x="476504" y="2128520"/>
                    <a:pt x="0" y="1652016"/>
                    <a:pt x="0" y="1064260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  <p:txBody>
            <a:bodyPr/>
            <a:lstStyle/>
            <a:p>
              <a:endParaRPr lang="vi-VN"/>
            </a:p>
          </p:txBody>
        </p:sp>
      </p:grpSp>
      <p:sp>
        <p:nvSpPr>
          <p:cNvPr id="11" name="AutoShape 11"/>
          <p:cNvSpPr/>
          <p:nvPr/>
        </p:nvSpPr>
        <p:spPr>
          <a:xfrm rot="5395980">
            <a:off x="-3365183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2" name="AutoShape 12"/>
          <p:cNvSpPr/>
          <p:nvPr/>
        </p:nvSpPr>
        <p:spPr>
          <a:xfrm rot="5395980">
            <a:off x="-247364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3" name="AutoShape 13"/>
          <p:cNvSpPr/>
          <p:nvPr/>
        </p:nvSpPr>
        <p:spPr>
          <a:xfrm rot="5395980">
            <a:off x="-158210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4" name="AutoShape 14"/>
          <p:cNvSpPr/>
          <p:nvPr/>
        </p:nvSpPr>
        <p:spPr>
          <a:xfrm rot="5395980">
            <a:off x="-690562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5" name="AutoShape 15"/>
          <p:cNvSpPr/>
          <p:nvPr/>
        </p:nvSpPr>
        <p:spPr>
          <a:xfrm rot="5395980">
            <a:off x="2009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6" name="AutoShape 16"/>
          <p:cNvSpPr/>
          <p:nvPr/>
        </p:nvSpPr>
        <p:spPr>
          <a:xfrm rot="5395980">
            <a:off x="10925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7" name="AutoShape 17"/>
          <p:cNvSpPr/>
          <p:nvPr/>
        </p:nvSpPr>
        <p:spPr>
          <a:xfrm rot="5395980">
            <a:off x="19840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8" name="AutoShape 18"/>
          <p:cNvSpPr/>
          <p:nvPr/>
        </p:nvSpPr>
        <p:spPr>
          <a:xfrm rot="5395980">
            <a:off x="28755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19" name="AutoShape 19"/>
          <p:cNvSpPr/>
          <p:nvPr/>
        </p:nvSpPr>
        <p:spPr>
          <a:xfrm rot="5395980">
            <a:off x="37671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0" name="AutoShape 20"/>
          <p:cNvSpPr/>
          <p:nvPr/>
        </p:nvSpPr>
        <p:spPr>
          <a:xfrm rot="5395980">
            <a:off x="46586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1" name="AutoShape 21"/>
          <p:cNvSpPr/>
          <p:nvPr/>
        </p:nvSpPr>
        <p:spPr>
          <a:xfrm rot="5395980">
            <a:off x="55502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2" name="AutoShape 22"/>
          <p:cNvSpPr/>
          <p:nvPr/>
        </p:nvSpPr>
        <p:spPr>
          <a:xfrm rot="5395980">
            <a:off x="644175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3" name="AutoShape 23"/>
          <p:cNvSpPr/>
          <p:nvPr/>
        </p:nvSpPr>
        <p:spPr>
          <a:xfrm rot="5395980">
            <a:off x="733329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4" name="AutoShape 24"/>
          <p:cNvSpPr/>
          <p:nvPr/>
        </p:nvSpPr>
        <p:spPr>
          <a:xfrm rot="5395980">
            <a:off x="82248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5" name="AutoShape 25"/>
          <p:cNvSpPr/>
          <p:nvPr/>
        </p:nvSpPr>
        <p:spPr>
          <a:xfrm rot="5395980">
            <a:off x="911637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6" name="AutoShape 26"/>
          <p:cNvSpPr/>
          <p:nvPr/>
        </p:nvSpPr>
        <p:spPr>
          <a:xfrm rot="5395980">
            <a:off x="1000791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7" name="AutoShape 27"/>
          <p:cNvSpPr/>
          <p:nvPr/>
        </p:nvSpPr>
        <p:spPr>
          <a:xfrm rot="5395980">
            <a:off x="1089945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8" name="AutoShape 28"/>
          <p:cNvSpPr/>
          <p:nvPr/>
        </p:nvSpPr>
        <p:spPr>
          <a:xfrm rot="5395980">
            <a:off x="1179099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29" name="AutoShape 29"/>
          <p:cNvSpPr/>
          <p:nvPr/>
        </p:nvSpPr>
        <p:spPr>
          <a:xfrm rot="5395980">
            <a:off x="12682538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0" name="AutoShape 30"/>
          <p:cNvSpPr/>
          <p:nvPr/>
        </p:nvSpPr>
        <p:spPr>
          <a:xfrm rot="5395980">
            <a:off x="13574077" y="5001578"/>
            <a:ext cx="8101975" cy="0"/>
          </a:xfrm>
          <a:prstGeom prst="line">
            <a:avLst/>
          </a:prstGeom>
          <a:ln w="9525" cap="rnd">
            <a:solidFill>
              <a:srgbClr val="22304A">
                <a:alpha val="1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1" name="AutoShape 31"/>
          <p:cNvSpPr/>
          <p:nvPr/>
        </p:nvSpPr>
        <p:spPr>
          <a:xfrm rot="1920">
            <a:off x="543878" y="122967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2" name="AutoShape 32"/>
          <p:cNvSpPr/>
          <p:nvPr/>
        </p:nvSpPr>
        <p:spPr>
          <a:xfrm rot="1920">
            <a:off x="543878" y="212121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3" name="AutoShape 33"/>
          <p:cNvSpPr/>
          <p:nvPr/>
        </p:nvSpPr>
        <p:spPr>
          <a:xfrm rot="1920">
            <a:off x="543878" y="301275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4" name="AutoShape 34"/>
          <p:cNvSpPr/>
          <p:nvPr/>
        </p:nvSpPr>
        <p:spPr>
          <a:xfrm rot="1920">
            <a:off x="543878" y="39042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5" name="AutoShape 35"/>
          <p:cNvSpPr/>
          <p:nvPr/>
        </p:nvSpPr>
        <p:spPr>
          <a:xfrm rot="1920">
            <a:off x="543878" y="47958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6" name="AutoShape 36"/>
          <p:cNvSpPr/>
          <p:nvPr/>
        </p:nvSpPr>
        <p:spPr>
          <a:xfrm rot="1920">
            <a:off x="543878" y="568737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7" name="AutoShape 37"/>
          <p:cNvSpPr/>
          <p:nvPr/>
        </p:nvSpPr>
        <p:spPr>
          <a:xfrm rot="1920">
            <a:off x="543878" y="657891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8" name="AutoShape 38"/>
          <p:cNvSpPr/>
          <p:nvPr/>
        </p:nvSpPr>
        <p:spPr>
          <a:xfrm rot="1920">
            <a:off x="543878" y="747045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39" name="AutoShape 39"/>
          <p:cNvSpPr/>
          <p:nvPr/>
        </p:nvSpPr>
        <p:spPr>
          <a:xfrm rot="1920">
            <a:off x="543878" y="8361997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0" name="AutoShape 40"/>
          <p:cNvSpPr/>
          <p:nvPr/>
        </p:nvSpPr>
        <p:spPr>
          <a:xfrm rot="1920">
            <a:off x="543878" y="9253538"/>
            <a:ext cx="17017365" cy="0"/>
          </a:xfrm>
          <a:prstGeom prst="line">
            <a:avLst/>
          </a:prstGeom>
          <a:ln w="9525" cap="rnd">
            <a:solidFill>
              <a:srgbClr val="22304A">
                <a:alpha val="1176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grpSp>
        <p:nvGrpSpPr>
          <p:cNvPr id="41" name="Group 41"/>
          <p:cNvGrpSpPr/>
          <p:nvPr/>
        </p:nvGrpSpPr>
        <p:grpSpPr>
          <a:xfrm>
            <a:off x="987552" y="1261872"/>
            <a:ext cx="4389120" cy="384048"/>
            <a:chOff x="0" y="0"/>
            <a:chExt cx="5852160" cy="51206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852160" cy="512064"/>
            </a:xfrm>
            <a:custGeom>
              <a:avLst/>
              <a:gdLst/>
              <a:ahLst/>
              <a:cxnLst/>
              <a:rect l="l" t="t" r="r" b="b"/>
              <a:pathLst>
                <a:path w="5852160" h="512064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686" b="-172686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58521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ANDROID_UTH_01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87552" y="1851660"/>
            <a:ext cx="6172200" cy="931208"/>
            <a:chOff x="0" y="0"/>
            <a:chExt cx="8229600" cy="124161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229600" cy="1241611"/>
            </a:xfrm>
            <a:custGeom>
              <a:avLst/>
              <a:gdLst/>
              <a:ahLst/>
              <a:cxnLst/>
              <a:rect l="l" t="t" r="r" b="b"/>
              <a:pathLst>
                <a:path w="8229600" h="1241611">
                  <a:moveTo>
                    <a:pt x="0" y="0"/>
                  </a:moveTo>
                  <a:lnTo>
                    <a:pt x="8229600" y="0"/>
                  </a:lnTo>
                  <a:lnTo>
                    <a:pt x="8229600" y="1241611"/>
                  </a:lnTo>
                  <a:lnTo>
                    <a:pt x="0" y="12416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279" b="-7702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8229600" cy="12606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80"/>
                </a:lnSpc>
              </a:pPr>
              <a:r>
                <a:rPr lang="en-US" sz="46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KẾT LUẬN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42416" y="2948940"/>
            <a:ext cx="8846820" cy="1371600"/>
            <a:chOff x="0" y="0"/>
            <a:chExt cx="11795760" cy="1828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795760" cy="1828800"/>
            </a:xfrm>
            <a:custGeom>
              <a:avLst/>
              <a:gdLst/>
              <a:ahLst/>
              <a:cxnLst/>
              <a:rect l="l" t="t" r="r" b="b"/>
              <a:pathLst>
                <a:path w="11795760" h="1828800">
                  <a:moveTo>
                    <a:pt x="0" y="0"/>
                  </a:moveTo>
                  <a:lnTo>
                    <a:pt x="11795760" y="0"/>
                  </a:lnTo>
                  <a:lnTo>
                    <a:pt x="11795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5678" b="-75678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11795760" cy="1847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8E2F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Task Management App đã triển khai đầy đủ các chức năng quản lý task local quan trọng, với Room Database v5 và Project Timeline là hai điểm nhấn kỹ thuật.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56335" y="4859655"/>
            <a:ext cx="3379470" cy="485394"/>
            <a:chOff x="0" y="0"/>
            <a:chExt cx="4505960" cy="6471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505960" cy="647192"/>
            </a:xfrm>
            <a:custGeom>
              <a:avLst/>
              <a:gdLst/>
              <a:ahLst/>
              <a:cxnLst/>
              <a:rect l="l" t="t" r="r" b="b"/>
              <a:pathLst>
                <a:path w="450596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353687" y="0"/>
                  </a:lnTo>
                  <a:cubicBezTo>
                    <a:pt x="4437761" y="0"/>
                    <a:pt x="4505960" y="68199"/>
                    <a:pt x="4505960" y="152273"/>
                  </a:cubicBezTo>
                  <a:lnTo>
                    <a:pt x="4505960" y="494919"/>
                  </a:lnTo>
                  <a:cubicBezTo>
                    <a:pt x="4505960" y="578993"/>
                    <a:pt x="4437761" y="647192"/>
                    <a:pt x="435368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7C3AED">
                <a:alpha val="4706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89304" y="4951476"/>
            <a:ext cx="3113532" cy="278918"/>
            <a:chOff x="0" y="0"/>
            <a:chExt cx="4151376" cy="37189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151376" cy="371890"/>
            </a:xfrm>
            <a:custGeom>
              <a:avLst/>
              <a:gdLst/>
              <a:ahLst/>
              <a:cxnLst/>
              <a:rect l="l" t="t" r="r" b="b"/>
              <a:pathLst>
                <a:path w="4151376" h="371890">
                  <a:moveTo>
                    <a:pt x="0" y="0"/>
                  </a:moveTo>
                  <a:lnTo>
                    <a:pt x="4151376" y="0"/>
                  </a:lnTo>
                  <a:lnTo>
                    <a:pt x="415137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8333" b="-16668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415137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Task Management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996815" y="4859655"/>
            <a:ext cx="3379470" cy="485394"/>
            <a:chOff x="0" y="0"/>
            <a:chExt cx="4505960" cy="64719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505960" cy="647192"/>
            </a:xfrm>
            <a:custGeom>
              <a:avLst/>
              <a:gdLst/>
              <a:ahLst/>
              <a:cxnLst/>
              <a:rect l="l" t="t" r="r" b="b"/>
              <a:pathLst>
                <a:path w="450596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353687" y="0"/>
                  </a:lnTo>
                  <a:cubicBezTo>
                    <a:pt x="4437761" y="0"/>
                    <a:pt x="4505960" y="68199"/>
                    <a:pt x="4505960" y="152273"/>
                  </a:cubicBezTo>
                  <a:lnTo>
                    <a:pt x="4505960" y="494919"/>
                  </a:lnTo>
                  <a:cubicBezTo>
                    <a:pt x="4505960" y="578993"/>
                    <a:pt x="4437761" y="647192"/>
                    <a:pt x="435368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3B82F6">
                <a:alpha val="4706"/>
              </a:srgbClr>
            </a:solidFill>
            <a:ln w="19050" cap="sq">
              <a:solidFill>
                <a:srgbClr val="3B82F6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129784" y="4951476"/>
            <a:ext cx="3113532" cy="278918"/>
            <a:chOff x="0" y="0"/>
            <a:chExt cx="4151376" cy="37189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151376" cy="371890"/>
            </a:xfrm>
            <a:custGeom>
              <a:avLst/>
              <a:gdLst/>
              <a:ahLst/>
              <a:cxnLst/>
              <a:rect l="l" t="t" r="r" b="b"/>
              <a:pathLst>
                <a:path w="4151376" h="371890">
                  <a:moveTo>
                    <a:pt x="0" y="0"/>
                  </a:moveTo>
                  <a:lnTo>
                    <a:pt x="4151376" y="0"/>
                  </a:lnTo>
                  <a:lnTo>
                    <a:pt x="415137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8333" b="-16668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415137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Calendar &amp; Timeline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56335" y="5710047"/>
            <a:ext cx="3379470" cy="485394"/>
            <a:chOff x="0" y="0"/>
            <a:chExt cx="4505960" cy="64719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505960" cy="647192"/>
            </a:xfrm>
            <a:custGeom>
              <a:avLst/>
              <a:gdLst/>
              <a:ahLst/>
              <a:cxnLst/>
              <a:rect l="l" t="t" r="r" b="b"/>
              <a:pathLst>
                <a:path w="450596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353687" y="0"/>
                  </a:lnTo>
                  <a:cubicBezTo>
                    <a:pt x="4437761" y="0"/>
                    <a:pt x="4505960" y="68199"/>
                    <a:pt x="4505960" y="152273"/>
                  </a:cubicBezTo>
                  <a:lnTo>
                    <a:pt x="4505960" y="494919"/>
                  </a:lnTo>
                  <a:cubicBezTo>
                    <a:pt x="4505960" y="578993"/>
                    <a:pt x="4437761" y="647192"/>
                    <a:pt x="435368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F59E0B">
                <a:alpha val="4706"/>
              </a:srgbClr>
            </a:solidFill>
            <a:ln w="19050" cap="sq">
              <a:solidFill>
                <a:srgbClr val="F59E0B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89304" y="5801868"/>
            <a:ext cx="3113532" cy="278918"/>
            <a:chOff x="0" y="0"/>
            <a:chExt cx="4151376" cy="37189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151376" cy="371890"/>
            </a:xfrm>
            <a:custGeom>
              <a:avLst/>
              <a:gdLst/>
              <a:ahLst/>
              <a:cxnLst/>
              <a:rect l="l" t="t" r="r" b="b"/>
              <a:pathLst>
                <a:path w="4151376" h="371890">
                  <a:moveTo>
                    <a:pt x="0" y="0"/>
                  </a:moveTo>
                  <a:lnTo>
                    <a:pt x="4151376" y="0"/>
                  </a:lnTo>
                  <a:lnTo>
                    <a:pt x="415137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8333" b="-16668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415137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Reminder &amp; Recurring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996815" y="5710047"/>
            <a:ext cx="3379470" cy="485394"/>
            <a:chOff x="0" y="0"/>
            <a:chExt cx="4505960" cy="64719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505960" cy="647192"/>
            </a:xfrm>
            <a:custGeom>
              <a:avLst/>
              <a:gdLst/>
              <a:ahLst/>
              <a:cxnLst/>
              <a:rect l="l" t="t" r="r" b="b"/>
              <a:pathLst>
                <a:path w="450596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353687" y="0"/>
                  </a:lnTo>
                  <a:cubicBezTo>
                    <a:pt x="4437761" y="0"/>
                    <a:pt x="4505960" y="68199"/>
                    <a:pt x="4505960" y="152273"/>
                  </a:cubicBezTo>
                  <a:lnTo>
                    <a:pt x="4505960" y="494919"/>
                  </a:lnTo>
                  <a:cubicBezTo>
                    <a:pt x="4505960" y="578993"/>
                    <a:pt x="4437761" y="647192"/>
                    <a:pt x="435368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EF4444">
                <a:alpha val="4706"/>
              </a:srgbClr>
            </a:solidFill>
            <a:ln w="19050" cap="sq">
              <a:solidFill>
                <a:srgbClr val="EF4444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129784" y="5801868"/>
            <a:ext cx="3113532" cy="278918"/>
            <a:chOff x="0" y="0"/>
            <a:chExt cx="4151376" cy="37189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151376" cy="371890"/>
            </a:xfrm>
            <a:custGeom>
              <a:avLst/>
              <a:gdLst/>
              <a:ahLst/>
              <a:cxnLst/>
              <a:rect l="l" t="t" r="r" b="b"/>
              <a:pathLst>
                <a:path w="4151376" h="371890">
                  <a:moveTo>
                    <a:pt x="0" y="0"/>
                  </a:moveTo>
                  <a:lnTo>
                    <a:pt x="4151376" y="0"/>
                  </a:lnTo>
                  <a:lnTo>
                    <a:pt x="415137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8333" b="-16668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415137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PIN Security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156335" y="6560439"/>
            <a:ext cx="3379470" cy="485394"/>
            <a:chOff x="0" y="0"/>
            <a:chExt cx="4505960" cy="64719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505960" cy="647192"/>
            </a:xfrm>
            <a:custGeom>
              <a:avLst/>
              <a:gdLst/>
              <a:ahLst/>
              <a:cxnLst/>
              <a:rect l="l" t="t" r="r" b="b"/>
              <a:pathLst>
                <a:path w="450596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353687" y="0"/>
                  </a:lnTo>
                  <a:cubicBezTo>
                    <a:pt x="4437761" y="0"/>
                    <a:pt x="4505960" y="68199"/>
                    <a:pt x="4505960" y="152273"/>
                  </a:cubicBezTo>
                  <a:lnTo>
                    <a:pt x="4505960" y="494919"/>
                  </a:lnTo>
                  <a:cubicBezTo>
                    <a:pt x="4505960" y="578993"/>
                    <a:pt x="4437761" y="647192"/>
                    <a:pt x="435368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22C55E">
                <a:alpha val="4706"/>
              </a:srgbClr>
            </a:solidFill>
            <a:ln w="19050" cap="sq">
              <a:solidFill>
                <a:srgbClr val="22C55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89304" y="6652260"/>
            <a:ext cx="3113532" cy="278918"/>
            <a:chOff x="0" y="0"/>
            <a:chExt cx="4151376" cy="37189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151376" cy="371890"/>
            </a:xfrm>
            <a:custGeom>
              <a:avLst/>
              <a:gdLst/>
              <a:ahLst/>
              <a:cxnLst/>
              <a:rect l="l" t="t" r="r" b="b"/>
              <a:pathLst>
                <a:path w="4151376" h="371890">
                  <a:moveTo>
                    <a:pt x="0" y="0"/>
                  </a:moveTo>
                  <a:lnTo>
                    <a:pt x="4151376" y="0"/>
                  </a:lnTo>
                  <a:lnTo>
                    <a:pt x="415137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8333" b="-16668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415137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Backup / Restore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4996815" y="6560439"/>
            <a:ext cx="3379470" cy="485394"/>
            <a:chOff x="0" y="0"/>
            <a:chExt cx="4505960" cy="64719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505960" cy="647192"/>
            </a:xfrm>
            <a:custGeom>
              <a:avLst/>
              <a:gdLst/>
              <a:ahLst/>
              <a:cxnLst/>
              <a:rect l="l" t="t" r="r" b="b"/>
              <a:pathLst>
                <a:path w="4505960" h="64719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4353687" y="0"/>
                  </a:lnTo>
                  <a:cubicBezTo>
                    <a:pt x="4437761" y="0"/>
                    <a:pt x="4505960" y="68199"/>
                    <a:pt x="4505960" y="152273"/>
                  </a:cubicBezTo>
                  <a:lnTo>
                    <a:pt x="4505960" y="494919"/>
                  </a:lnTo>
                  <a:cubicBezTo>
                    <a:pt x="4505960" y="578993"/>
                    <a:pt x="4437761" y="647192"/>
                    <a:pt x="4353687" y="647192"/>
                  </a:cubicBezTo>
                  <a:lnTo>
                    <a:pt x="152273" y="647192"/>
                  </a:lnTo>
                  <a:cubicBezTo>
                    <a:pt x="68199" y="647192"/>
                    <a:pt x="0" y="578993"/>
                    <a:pt x="0" y="494919"/>
                  </a:cubicBezTo>
                  <a:close/>
                </a:path>
              </a:pathLst>
            </a:custGeom>
            <a:solidFill>
              <a:srgbClr val="22D3EE">
                <a:alpha val="4706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129784" y="6652260"/>
            <a:ext cx="3113532" cy="278918"/>
            <a:chOff x="0" y="0"/>
            <a:chExt cx="4151376" cy="37189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151376" cy="371890"/>
            </a:xfrm>
            <a:custGeom>
              <a:avLst/>
              <a:gdLst/>
              <a:ahLst/>
              <a:cxnLst/>
              <a:rect l="l" t="t" r="r" b="b"/>
              <a:pathLst>
                <a:path w="4151376" h="371890">
                  <a:moveTo>
                    <a:pt x="0" y="0"/>
                  </a:moveTo>
                  <a:lnTo>
                    <a:pt x="4151376" y="0"/>
                  </a:lnTo>
                  <a:lnTo>
                    <a:pt x="4151376" y="371890"/>
                  </a:lnTo>
                  <a:lnTo>
                    <a:pt x="0" y="371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8333" b="-166685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19050"/>
              <a:ext cx="4151376" cy="39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Room Database v5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124712" y="8023860"/>
            <a:ext cx="7132320" cy="576072"/>
            <a:chOff x="0" y="0"/>
            <a:chExt cx="9509760" cy="768096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9509760" cy="768096"/>
            </a:xfrm>
            <a:custGeom>
              <a:avLst/>
              <a:gdLst/>
              <a:ahLst/>
              <a:cxnLst/>
              <a:rect l="l" t="t" r="r" b="b"/>
              <a:pathLst>
                <a:path w="9509760" h="768096">
                  <a:moveTo>
                    <a:pt x="0" y="0"/>
                  </a:moveTo>
                  <a:lnTo>
                    <a:pt x="9509760" y="0"/>
                  </a:lnTo>
                  <a:lnTo>
                    <a:pt x="95097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1243" b="-191243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9509760" cy="7871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PLAN • TRACK • ACHIEVE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0492740" y="3429000"/>
            <a:ext cx="6583680" cy="617220"/>
            <a:chOff x="0" y="0"/>
            <a:chExt cx="8778240" cy="82296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778240" cy="822960"/>
            </a:xfrm>
            <a:custGeom>
              <a:avLst/>
              <a:gdLst/>
              <a:ahLst/>
              <a:cxnLst/>
              <a:rect l="l" t="t" r="r" b="b"/>
              <a:pathLst>
                <a:path w="8778240" h="822960">
                  <a:moveTo>
                    <a:pt x="0" y="0"/>
                  </a:moveTo>
                  <a:lnTo>
                    <a:pt x="8778240" y="0"/>
                  </a:lnTo>
                  <a:lnTo>
                    <a:pt x="8778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28575"/>
              <a:ext cx="8778240" cy="8515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8FAF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CẢM ƠN THẦY VÀ CÁC BẠN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1521440" y="4732020"/>
            <a:ext cx="4526280" cy="1445865"/>
            <a:chOff x="0" y="0"/>
            <a:chExt cx="6035040" cy="192782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035040" cy="1927820"/>
            </a:xfrm>
            <a:custGeom>
              <a:avLst/>
              <a:gdLst/>
              <a:ahLst/>
              <a:cxnLst/>
              <a:rect l="l" t="t" r="r" b="b"/>
              <a:pathLst>
                <a:path w="6035040" h="1927820">
                  <a:moveTo>
                    <a:pt x="0" y="0"/>
                  </a:moveTo>
                  <a:lnTo>
                    <a:pt x="6035040" y="0"/>
                  </a:lnTo>
                  <a:lnTo>
                    <a:pt x="6035040" y="1927820"/>
                  </a:lnTo>
                  <a:lnTo>
                    <a:pt x="0" y="19278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566" b="-8429"/>
              </a:stretch>
            </a:blipFill>
          </p:spPr>
          <p:txBody>
            <a:bodyPr/>
            <a:lstStyle/>
            <a:p>
              <a:endParaRPr lang="vi-VN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6035040" cy="1965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A78BF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 &amp; A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7076420" y="9691878"/>
            <a:ext cx="548640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788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1144</Words>
  <Application>Microsoft Office PowerPoint</Application>
  <PresentationFormat>Custom</PresentationFormat>
  <Paragraphs>272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Noto Sans Bold</vt:lpstr>
      <vt:lpstr>Times New Roman</vt:lpstr>
      <vt:lpstr>Arial</vt:lpstr>
      <vt:lpstr>Times New Roman Bold</vt:lpstr>
      <vt:lpstr>Calibri</vt:lpstr>
      <vt:lpstr>Noto Sans</vt:lpstr>
      <vt:lpstr>Times New Roman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ANDROID_UTH_01 – Task Management App</dc:title>
  <cp:lastModifiedBy>Khang Nguyễn Duy</cp:lastModifiedBy>
  <cp:revision>2</cp:revision>
  <dcterms:created xsi:type="dcterms:W3CDTF">2006-08-16T00:00:00Z</dcterms:created>
  <dcterms:modified xsi:type="dcterms:W3CDTF">2026-09-24T07:14:14Z</dcterms:modified>
  <dc:identifier>DAHVDJWMX3Y</dc:identifier>
</cp:coreProperties>
</file>